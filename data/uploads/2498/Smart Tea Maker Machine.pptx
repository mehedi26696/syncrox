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elegraf" charset="1" panose="00000500000000000000"/>
      <p:regular r:id="rId23"/>
    </p:embeddedFont>
    <p:embeddedFont>
      <p:font typeface="Telegraf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Relationship Id="rId8" Target="../media/image15.jpe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36429" y="1028700"/>
            <a:ext cx="1822871" cy="8229600"/>
            <a:chOff x="0" y="0"/>
            <a:chExt cx="282410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410" cy="1274980"/>
            </a:xfrm>
            <a:custGeom>
              <a:avLst/>
              <a:gdLst/>
              <a:ahLst/>
              <a:cxnLst/>
              <a:rect r="r" b="b" t="t" l="l"/>
              <a:pathLst>
                <a:path h="1274980" w="282410">
                  <a:moveTo>
                    <a:pt x="0" y="0"/>
                  </a:moveTo>
                  <a:lnTo>
                    <a:pt x="282410" y="0"/>
                  </a:lnTo>
                  <a:lnTo>
                    <a:pt x="282410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358047" t="0" r="-215778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6293653" y="8996346"/>
            <a:ext cx="7006612" cy="0"/>
          </a:xfrm>
          <a:prstGeom prst="line">
            <a:avLst/>
          </a:prstGeom>
          <a:ln cap="flat" w="19050">
            <a:solidFill>
              <a:srgbClr val="9252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337786"/>
            <a:ext cx="1084272" cy="1366729"/>
          </a:xfrm>
          <a:custGeom>
            <a:avLst/>
            <a:gdLst/>
            <a:ahLst/>
            <a:cxnLst/>
            <a:rect r="r" b="b" t="t" l="l"/>
            <a:pathLst>
              <a:path h="1366729" w="1084272">
                <a:moveTo>
                  <a:pt x="0" y="0"/>
                </a:moveTo>
                <a:lnTo>
                  <a:pt x="1084272" y="0"/>
                </a:lnTo>
                <a:lnTo>
                  <a:pt x="1084272" y="1366729"/>
                </a:lnTo>
                <a:lnTo>
                  <a:pt x="0" y="1366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3851" y="1329980"/>
            <a:ext cx="8472845" cy="130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446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Department of Computer Science and Engineering</a:t>
            </a:r>
          </a:p>
          <a:p>
            <a:pPr algn="just">
              <a:lnSpc>
                <a:spcPts val="3376"/>
              </a:lnSpc>
            </a:pPr>
            <a:r>
              <a:rPr lang="en-US" sz="2446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University of Dhaka</a:t>
            </a:r>
          </a:p>
          <a:p>
            <a:pPr algn="just">
              <a:lnSpc>
                <a:spcPts val="3376"/>
              </a:lnSpc>
            </a:pPr>
            <a:r>
              <a:rPr lang="en-US" sz="2446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CSE-3116: Microcontroller Lab Project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76615"/>
            <a:ext cx="11419803" cy="275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7"/>
              </a:lnSpc>
            </a:pPr>
            <a:r>
              <a:rPr lang="en-US" sz="11130">
                <a:solidFill>
                  <a:srgbClr val="92522A"/>
                </a:solidFill>
                <a:latin typeface="Telegraf"/>
                <a:ea typeface="Telegraf"/>
                <a:cs typeface="Telegraf"/>
                <a:sym typeface="Telegraf"/>
              </a:rPr>
              <a:t>Smart Tea Maker Machine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689135"/>
            <a:ext cx="4689496" cy="130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5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Submitted By</a:t>
            </a:r>
          </a:p>
          <a:p>
            <a:pPr algn="l">
              <a:lnSpc>
                <a:spcPts val="3417"/>
              </a:lnSpc>
            </a:pPr>
            <a:r>
              <a:rPr lang="en-US" sz="25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H.M. Mehedi Hasan (13)</a:t>
            </a:r>
          </a:p>
          <a:p>
            <a:pPr algn="l">
              <a:lnSpc>
                <a:spcPts val="3417"/>
              </a:lnSpc>
            </a:pPr>
            <a:r>
              <a:rPr lang="en-US" sz="25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Md. Abu Bakar Siddique (47)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2327" y="1975095"/>
            <a:ext cx="605193" cy="640108"/>
            <a:chOff x="0" y="0"/>
            <a:chExt cx="6604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9252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41300" y="238125"/>
              <a:ext cx="165100" cy="18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82327" y="4147762"/>
            <a:ext cx="605193" cy="640108"/>
            <a:chOff x="0" y="0"/>
            <a:chExt cx="6604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9252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1300" y="238125"/>
              <a:ext cx="165100" cy="18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82327" y="6321394"/>
            <a:ext cx="605193" cy="640108"/>
            <a:chOff x="0" y="0"/>
            <a:chExt cx="6604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694690"/>
            </a:xfrm>
            <a:custGeom>
              <a:avLst/>
              <a:gdLst/>
              <a:ahLst/>
              <a:cxnLst/>
              <a:rect r="r" b="b" t="t" l="l"/>
              <a:pathLst>
                <a:path h="694690" w="660400">
                  <a:moveTo>
                    <a:pt x="330200" y="0"/>
                  </a:moveTo>
                  <a:lnTo>
                    <a:pt x="355600" y="267970"/>
                  </a:lnTo>
                  <a:lnTo>
                    <a:pt x="534670" y="66040"/>
                  </a:lnTo>
                  <a:lnTo>
                    <a:pt x="397510" y="298450"/>
                  </a:lnTo>
                  <a:lnTo>
                    <a:pt x="660400" y="240030"/>
                  </a:lnTo>
                  <a:lnTo>
                    <a:pt x="412750" y="346710"/>
                  </a:lnTo>
                  <a:lnTo>
                    <a:pt x="660400" y="454660"/>
                  </a:lnTo>
                  <a:lnTo>
                    <a:pt x="397510" y="396240"/>
                  </a:lnTo>
                  <a:lnTo>
                    <a:pt x="534670" y="628650"/>
                  </a:lnTo>
                  <a:lnTo>
                    <a:pt x="355600" y="425450"/>
                  </a:lnTo>
                  <a:lnTo>
                    <a:pt x="330200" y="694690"/>
                  </a:lnTo>
                  <a:lnTo>
                    <a:pt x="304800" y="425450"/>
                  </a:lnTo>
                  <a:lnTo>
                    <a:pt x="125730" y="628650"/>
                  </a:lnTo>
                  <a:lnTo>
                    <a:pt x="262890" y="396240"/>
                  </a:lnTo>
                  <a:lnTo>
                    <a:pt x="0" y="454660"/>
                  </a:lnTo>
                  <a:lnTo>
                    <a:pt x="247650" y="346710"/>
                  </a:lnTo>
                  <a:lnTo>
                    <a:pt x="0" y="240030"/>
                  </a:lnTo>
                  <a:lnTo>
                    <a:pt x="262890" y="298450"/>
                  </a:lnTo>
                  <a:lnTo>
                    <a:pt x="125730" y="66040"/>
                  </a:lnTo>
                  <a:lnTo>
                    <a:pt x="304800" y="267970"/>
                  </a:lnTo>
                  <a:close/>
                </a:path>
              </a:pathLst>
            </a:custGeom>
            <a:solidFill>
              <a:srgbClr val="9252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41300" y="238125"/>
              <a:ext cx="165100" cy="18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83028" y="4942268"/>
            <a:ext cx="5814256" cy="3398360"/>
          </a:xfrm>
          <a:custGeom>
            <a:avLst/>
            <a:gdLst/>
            <a:ahLst/>
            <a:cxnLst/>
            <a:rect r="r" b="b" t="t" l="l"/>
            <a:pathLst>
              <a:path h="3398360" w="5814256">
                <a:moveTo>
                  <a:pt x="0" y="0"/>
                </a:moveTo>
                <a:lnTo>
                  <a:pt x="5814256" y="0"/>
                </a:lnTo>
                <a:lnTo>
                  <a:pt x="5814256" y="3398360"/>
                </a:lnTo>
                <a:lnTo>
                  <a:pt x="0" y="339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rnd">
            <a:solidFill>
              <a:srgbClr val="5785EC"/>
            </a:solidFill>
            <a:prstDash val="solid"/>
            <a:round/>
          </a:ln>
        </p:spPr>
      </p:sp>
      <p:sp>
        <p:nvSpPr>
          <p:cNvPr name="TextBox 12" id="12"/>
          <p:cNvSpPr txBox="true"/>
          <p:nvPr/>
        </p:nvSpPr>
        <p:spPr>
          <a:xfrm rot="0">
            <a:off x="8211765" y="2017805"/>
            <a:ext cx="9057060" cy="689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1"/>
              </a:lnSpc>
            </a:pPr>
            <a:r>
              <a:rPr lang="en-US" b="true" sz="2818" spc="-50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Task Automation</a:t>
            </a:r>
          </a:p>
          <a:p>
            <a:pPr algn="just">
              <a:lnSpc>
                <a:spcPts val="3381"/>
              </a:lnSpc>
            </a:pP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Automates the repetitive process</a:t>
            </a: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of tea preparation, ensuring </a:t>
            </a: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consistency in taste</a:t>
            </a: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</a:t>
            </a: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saving valuable time</a:t>
            </a: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for users in lab or home environments.</a:t>
            </a:r>
          </a:p>
          <a:p>
            <a:pPr algn="just">
              <a:lnSpc>
                <a:spcPts val="3381"/>
              </a:lnSpc>
            </a:pPr>
          </a:p>
          <a:p>
            <a:pPr algn="just">
              <a:lnSpc>
                <a:spcPts val="3381"/>
              </a:lnSpc>
            </a:pPr>
            <a:r>
              <a:rPr lang="en-US" b="true" sz="2818" spc="-50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IoT &amp; Remote Control</a:t>
            </a:r>
          </a:p>
          <a:p>
            <a:pPr algn="just">
              <a:lnSpc>
                <a:spcPts val="3381"/>
              </a:lnSpc>
            </a:pP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Demonstrates practical IoT implementation by </a:t>
            </a: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enabling remote Start/Stop functionality</a:t>
            </a: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</a:t>
            </a: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process monitoring via a Wi-Fi</a:t>
            </a: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based browser interface.</a:t>
            </a:r>
          </a:p>
          <a:p>
            <a:pPr algn="just">
              <a:lnSpc>
                <a:spcPts val="3381"/>
              </a:lnSpc>
            </a:pPr>
          </a:p>
          <a:p>
            <a:pPr algn="just">
              <a:lnSpc>
                <a:spcPts val="3381"/>
              </a:lnSpc>
            </a:pPr>
            <a:r>
              <a:rPr lang="en-US" b="true" sz="2818" spc="-50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Educational Value</a:t>
            </a:r>
          </a:p>
          <a:p>
            <a:pPr algn="just">
              <a:lnSpc>
                <a:spcPts val="3381"/>
              </a:lnSpc>
            </a:pP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Serves as a </a:t>
            </a: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comprehensive learning platform</a:t>
            </a:r>
            <a:r>
              <a:rPr lang="en-US" sz="2818" spc="-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for integrating multiple components: </a:t>
            </a:r>
            <a:r>
              <a:rPr lang="en-US" b="true" sz="2818" spc="-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ESP32, sensors (IR), actuators (motors/pumps), and web technologies.</a:t>
            </a:r>
          </a:p>
          <a:p>
            <a:pPr algn="just">
              <a:lnSpc>
                <a:spcPts val="338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43962" y="819739"/>
            <a:ext cx="6292389" cy="36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4000" b="true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Motivation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6750"/>
              </a:lnSpc>
            </a:pPr>
            <a:r>
              <a:rPr lang="en-US" sz="7500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a Smart</a:t>
            </a:r>
          </a:p>
          <a:p>
            <a:pPr algn="l">
              <a:lnSpc>
                <a:spcPts val="6750"/>
              </a:lnSpc>
            </a:pPr>
            <a:r>
              <a:rPr lang="en-US" sz="7500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Tea Maker?</a:t>
            </a:r>
          </a:p>
          <a:p>
            <a:pPr algn="l">
              <a:lnSpc>
                <a:spcPts val="675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515240"/>
            <a:ext cx="798732" cy="798732"/>
          </a:xfrm>
          <a:custGeom>
            <a:avLst/>
            <a:gdLst/>
            <a:ahLst/>
            <a:cxnLst/>
            <a:rect r="r" b="b" t="t" l="l"/>
            <a:pathLst>
              <a:path h="798732" w="798732">
                <a:moveTo>
                  <a:pt x="0" y="0"/>
                </a:moveTo>
                <a:lnTo>
                  <a:pt x="798732" y="0"/>
                </a:lnTo>
                <a:lnTo>
                  <a:pt x="798732" y="798732"/>
                </a:lnTo>
                <a:lnTo>
                  <a:pt x="0" y="798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772390"/>
            <a:ext cx="798732" cy="798732"/>
          </a:xfrm>
          <a:custGeom>
            <a:avLst/>
            <a:gdLst/>
            <a:ahLst/>
            <a:cxnLst/>
            <a:rect r="r" b="b" t="t" l="l"/>
            <a:pathLst>
              <a:path h="798732" w="798732">
                <a:moveTo>
                  <a:pt x="0" y="0"/>
                </a:moveTo>
                <a:lnTo>
                  <a:pt x="798732" y="0"/>
                </a:lnTo>
                <a:lnTo>
                  <a:pt x="798732" y="798731"/>
                </a:lnTo>
                <a:lnTo>
                  <a:pt x="0" y="798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968842" y="4515240"/>
            <a:ext cx="798732" cy="798732"/>
          </a:xfrm>
          <a:custGeom>
            <a:avLst/>
            <a:gdLst/>
            <a:ahLst/>
            <a:cxnLst/>
            <a:rect r="r" b="b" t="t" l="l"/>
            <a:pathLst>
              <a:path h="798732" w="798732">
                <a:moveTo>
                  <a:pt x="0" y="0"/>
                </a:moveTo>
                <a:lnTo>
                  <a:pt x="798732" y="0"/>
                </a:lnTo>
                <a:lnTo>
                  <a:pt x="798732" y="798732"/>
                </a:lnTo>
                <a:lnTo>
                  <a:pt x="0" y="798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968842" y="6677140"/>
            <a:ext cx="798732" cy="798732"/>
          </a:xfrm>
          <a:custGeom>
            <a:avLst/>
            <a:gdLst/>
            <a:ahLst/>
            <a:cxnLst/>
            <a:rect r="r" b="b" t="t" l="l"/>
            <a:pathLst>
              <a:path h="798732" w="798732">
                <a:moveTo>
                  <a:pt x="0" y="0"/>
                </a:moveTo>
                <a:lnTo>
                  <a:pt x="798732" y="0"/>
                </a:lnTo>
                <a:lnTo>
                  <a:pt x="798732" y="798731"/>
                </a:lnTo>
                <a:lnTo>
                  <a:pt x="0" y="798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46124" y="454611"/>
            <a:ext cx="8115300" cy="368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4200">
                <a:solidFill>
                  <a:srgbClr val="92522A"/>
                </a:solidFill>
                <a:latin typeface="Telegraf"/>
                <a:ea typeface="Telegraf"/>
                <a:cs typeface="Telegraf"/>
                <a:sym typeface="Telegraf"/>
              </a:rPr>
              <a:t>Project Innovations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6750"/>
              </a:lnSpc>
            </a:pPr>
            <a:r>
              <a:rPr lang="en-US" sz="7500" b="true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Smart Design</a:t>
            </a:r>
          </a:p>
          <a:p>
            <a:pPr algn="l">
              <a:lnSpc>
                <a:spcPts val="6750"/>
              </a:lnSpc>
            </a:pPr>
            <a:r>
              <a:rPr lang="en-US" sz="7500" b="true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Features</a:t>
            </a:r>
          </a:p>
          <a:p>
            <a:pPr algn="l">
              <a:lnSpc>
                <a:spcPts val="67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87279" y="4419990"/>
            <a:ext cx="7033863" cy="394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0"/>
              </a:lnSpc>
            </a:pPr>
            <a:r>
              <a:rPr lang="en-US" b="true" sz="2950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Wi-Fi &amp; Web UI</a:t>
            </a:r>
          </a:p>
          <a:p>
            <a:pPr algn="l">
              <a:lnSpc>
                <a:spcPts val="3290"/>
              </a:lnSpc>
            </a:pPr>
            <a:r>
              <a:rPr lang="en-US" sz="23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Full system control via a hosted web interface. Users can </a:t>
            </a:r>
            <a:r>
              <a:rPr lang="en-US" b="true" sz="2350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Start, Stop, and override wait times </a:t>
            </a:r>
            <a:r>
              <a:rPr lang="en-US" sz="23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(CONTINUE) from any browser.</a:t>
            </a:r>
          </a:p>
          <a:p>
            <a:pPr algn="l">
              <a:lnSpc>
                <a:spcPts val="3710"/>
              </a:lnSpc>
            </a:pPr>
          </a:p>
          <a:p>
            <a:pPr algn="l">
              <a:lnSpc>
                <a:spcPts val="3710"/>
              </a:lnSpc>
            </a:pPr>
            <a:r>
              <a:rPr lang="en-US" b="true" sz="2650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Direct IR Trigger</a:t>
            </a:r>
          </a:p>
          <a:p>
            <a:pPr algn="l">
              <a:lnSpc>
                <a:spcPts val="3290"/>
              </a:lnSpc>
            </a:pPr>
            <a:r>
              <a:rPr lang="en-US" b="true" sz="2350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IR sensor directly triggers the relay</a:t>
            </a:r>
            <a:r>
              <a:rPr lang="en-US" sz="23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 for immediate pump activation, </a:t>
            </a:r>
            <a:r>
              <a:rPr lang="en-US" b="true" sz="2350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reducing latency </a:t>
            </a:r>
            <a:r>
              <a:rPr lang="en-US" sz="2350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and ensuring precise water dispensing.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24774" y="4429515"/>
            <a:ext cx="5771198" cy="384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Coordinated Motion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Synchronized state machine manages Servo (dosing)</a:t>
            </a:r>
            <a:r>
              <a:rPr lang="en-US" sz="2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</a:t>
            </a:r>
            <a:r>
              <a:rPr lang="en-US" b="true" sz="2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DC Motor (conveyor)</a:t>
            </a:r>
            <a:r>
              <a:rPr lang="en-US" sz="2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timing to prevent spills or empty cups.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Safety &amp; Modularity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Relay-based isolation for the pump</a:t>
            </a:r>
            <a:r>
              <a:rPr lang="en-US" sz="2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a </a:t>
            </a:r>
            <a:r>
              <a:rPr lang="en-US" b="true" sz="22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modular shared-ground design</a:t>
            </a:r>
            <a:r>
              <a:rPr lang="en-US" sz="22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allow for easy extension with future sensors.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78821" y="3746566"/>
            <a:ext cx="2945233" cy="2489704"/>
          </a:xfrm>
          <a:custGeom>
            <a:avLst/>
            <a:gdLst/>
            <a:ahLst/>
            <a:cxnLst/>
            <a:rect r="r" b="b" t="t" l="l"/>
            <a:pathLst>
              <a:path h="2489704" w="2945233">
                <a:moveTo>
                  <a:pt x="0" y="0"/>
                </a:moveTo>
                <a:lnTo>
                  <a:pt x="2945233" y="0"/>
                </a:lnTo>
                <a:lnTo>
                  <a:pt x="2945233" y="2489704"/>
                </a:lnTo>
                <a:lnTo>
                  <a:pt x="0" y="2489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3247" y="4093479"/>
            <a:ext cx="2238565" cy="2238565"/>
          </a:xfrm>
          <a:custGeom>
            <a:avLst/>
            <a:gdLst/>
            <a:ahLst/>
            <a:cxnLst/>
            <a:rect r="r" b="b" t="t" l="l"/>
            <a:pathLst>
              <a:path h="2238565" w="2238565">
                <a:moveTo>
                  <a:pt x="0" y="0"/>
                </a:moveTo>
                <a:lnTo>
                  <a:pt x="2238566" y="0"/>
                </a:lnTo>
                <a:lnTo>
                  <a:pt x="2238566" y="2238565"/>
                </a:lnTo>
                <a:lnTo>
                  <a:pt x="0" y="2238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89912" y="3948404"/>
            <a:ext cx="2368425" cy="2368425"/>
          </a:xfrm>
          <a:custGeom>
            <a:avLst/>
            <a:gdLst/>
            <a:ahLst/>
            <a:cxnLst/>
            <a:rect r="r" b="b" t="t" l="l"/>
            <a:pathLst>
              <a:path h="2368425" w="2368425">
                <a:moveTo>
                  <a:pt x="0" y="0"/>
                </a:moveTo>
                <a:lnTo>
                  <a:pt x="2368425" y="0"/>
                </a:lnTo>
                <a:lnTo>
                  <a:pt x="2368425" y="2368425"/>
                </a:lnTo>
                <a:lnTo>
                  <a:pt x="0" y="2368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02587" y="7301584"/>
            <a:ext cx="2106935" cy="2106935"/>
          </a:xfrm>
          <a:custGeom>
            <a:avLst/>
            <a:gdLst/>
            <a:ahLst/>
            <a:cxnLst/>
            <a:rect r="r" b="b" t="t" l="l"/>
            <a:pathLst>
              <a:path h="2106935" w="2106935">
                <a:moveTo>
                  <a:pt x="0" y="0"/>
                </a:moveTo>
                <a:lnTo>
                  <a:pt x="2106934" y="0"/>
                </a:lnTo>
                <a:lnTo>
                  <a:pt x="2106934" y="2106935"/>
                </a:lnTo>
                <a:lnTo>
                  <a:pt x="0" y="2106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0972" y="7301584"/>
            <a:ext cx="2411863" cy="2091282"/>
          </a:xfrm>
          <a:custGeom>
            <a:avLst/>
            <a:gdLst/>
            <a:ahLst/>
            <a:cxnLst/>
            <a:rect r="r" b="b" t="t" l="l"/>
            <a:pathLst>
              <a:path h="2091282" w="2411863">
                <a:moveTo>
                  <a:pt x="0" y="0"/>
                </a:moveTo>
                <a:lnTo>
                  <a:pt x="2411864" y="0"/>
                </a:lnTo>
                <a:lnTo>
                  <a:pt x="2411864" y="2091281"/>
                </a:lnTo>
                <a:lnTo>
                  <a:pt x="0" y="2091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532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56743" y="7867699"/>
            <a:ext cx="1831130" cy="1373347"/>
          </a:xfrm>
          <a:custGeom>
            <a:avLst/>
            <a:gdLst/>
            <a:ahLst/>
            <a:cxnLst/>
            <a:rect r="r" b="b" t="t" l="l"/>
            <a:pathLst>
              <a:path h="1373347" w="1831130">
                <a:moveTo>
                  <a:pt x="0" y="0"/>
                </a:moveTo>
                <a:lnTo>
                  <a:pt x="1831130" y="0"/>
                </a:lnTo>
                <a:lnTo>
                  <a:pt x="1831130" y="1373347"/>
                </a:lnTo>
                <a:lnTo>
                  <a:pt x="0" y="13733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90667" y="4443417"/>
            <a:ext cx="1660058" cy="1660058"/>
          </a:xfrm>
          <a:custGeom>
            <a:avLst/>
            <a:gdLst/>
            <a:ahLst/>
            <a:cxnLst/>
            <a:rect r="r" b="b" t="t" l="l"/>
            <a:pathLst>
              <a:path h="1660058" w="1660058">
                <a:moveTo>
                  <a:pt x="0" y="0"/>
                </a:moveTo>
                <a:lnTo>
                  <a:pt x="1660057" y="0"/>
                </a:lnTo>
                <a:lnTo>
                  <a:pt x="1660057" y="1660058"/>
                </a:lnTo>
                <a:lnTo>
                  <a:pt x="0" y="16600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7429" y="3717918"/>
            <a:ext cx="2174590" cy="2174590"/>
          </a:xfrm>
          <a:custGeom>
            <a:avLst/>
            <a:gdLst/>
            <a:ahLst/>
            <a:cxnLst/>
            <a:rect r="r" b="b" t="t" l="l"/>
            <a:pathLst>
              <a:path h="2174590" w="2174590">
                <a:moveTo>
                  <a:pt x="0" y="0"/>
                </a:moveTo>
                <a:lnTo>
                  <a:pt x="2174591" y="0"/>
                </a:lnTo>
                <a:lnTo>
                  <a:pt x="2174591" y="2174591"/>
                </a:lnTo>
                <a:lnTo>
                  <a:pt x="0" y="21745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52850" y="7648038"/>
            <a:ext cx="1690721" cy="1303027"/>
          </a:xfrm>
          <a:custGeom>
            <a:avLst/>
            <a:gdLst/>
            <a:ahLst/>
            <a:cxnLst/>
            <a:rect r="r" b="b" t="t" l="l"/>
            <a:pathLst>
              <a:path h="1303027" w="1690721">
                <a:moveTo>
                  <a:pt x="0" y="0"/>
                </a:moveTo>
                <a:lnTo>
                  <a:pt x="1690721" y="0"/>
                </a:lnTo>
                <a:lnTo>
                  <a:pt x="1690721" y="1303028"/>
                </a:lnTo>
                <a:lnTo>
                  <a:pt x="0" y="13030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181" t="0" r="-1495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26473" y="546093"/>
            <a:ext cx="12584759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b="true" sz="7500" spc="-322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Components &amp; </a:t>
            </a:r>
            <a:r>
              <a:rPr lang="en-US" b="true" sz="7500" spc="-322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Implementation</a:t>
            </a:r>
          </a:p>
          <a:p>
            <a:pPr algn="ctr">
              <a:lnSpc>
                <a:spcPts val="675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767885" y="2549387"/>
            <a:ext cx="4752231" cy="87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3600" spc="-237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Hardware Configuration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88541" y="6095553"/>
            <a:ext cx="2767978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ESP32</a:t>
            </a: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Microcontroller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11232" y="5813223"/>
            <a:ext cx="2812822" cy="4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1"/>
              </a:lnSpc>
              <a:spcBef>
                <a:spcPct val="0"/>
              </a:spcBef>
            </a:pPr>
            <a:r>
              <a:rPr lang="en-US" sz="267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IR Sensor</a:t>
            </a:r>
            <a:r>
              <a:rPr lang="en-US" sz="267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Module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9519" y="6080338"/>
            <a:ext cx="3016679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6V DC</a:t>
            </a: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Motor (Conveyor)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54163" y="6095553"/>
            <a:ext cx="2333065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L298 Motor Driver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19469" y="9332319"/>
            <a:ext cx="2632524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3.7 V Lithium Battery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6919" y="9332319"/>
            <a:ext cx="2998271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</a:t>
            </a: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rvo Motor (Dispenser)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57433" y="9404150"/>
            <a:ext cx="1818942" cy="43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32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Relay Module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2006" y="6095553"/>
            <a:ext cx="1200845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5V Pump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62363" y="9260909"/>
            <a:ext cx="1640308" cy="39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Jumper Wire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21032" y="614819"/>
            <a:ext cx="7840889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sz="7500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Components &amp;</a:t>
            </a:r>
          </a:p>
          <a:p>
            <a:pPr algn="ctr">
              <a:lnSpc>
                <a:spcPts val="6750"/>
              </a:lnSpc>
            </a:pPr>
            <a:r>
              <a:rPr lang="en-US" sz="7500" b="true">
                <a:solidFill>
                  <a:srgbClr val="151515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Implementation</a:t>
            </a:r>
          </a:p>
          <a:p>
            <a:pPr algn="ctr">
              <a:lnSpc>
                <a:spcPts val="67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47786" y="2700794"/>
            <a:ext cx="6987381" cy="588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02"/>
              </a:lnSpc>
            </a:pPr>
            <a:r>
              <a:rPr lang="en-US" b="true" sz="5651" spc="-372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Software Environment</a:t>
            </a:r>
          </a:p>
          <a:p>
            <a:pPr algn="just" marL="813409" indent="-406705" lvl="1">
              <a:lnSpc>
                <a:spcPts val="8401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IDE Arduino IDE</a:t>
            </a:r>
          </a:p>
          <a:p>
            <a:pPr algn="just" marL="813409" indent="-406705" lvl="1">
              <a:lnSpc>
                <a:spcPts val="8401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Embedded C/C++</a:t>
            </a:r>
          </a:p>
          <a:p>
            <a:pPr algn="just" marL="813409" indent="-406705" lvl="1">
              <a:lnSpc>
                <a:spcPts val="8401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ESP32 Wi-Fi + WebServer</a:t>
            </a:r>
          </a:p>
          <a:p>
            <a:pPr algn="just" marL="813409" indent="-406705" lvl="1">
              <a:lnSpc>
                <a:spcPts val="8401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HTML &amp; JavaScript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016" y="3328487"/>
            <a:ext cx="17048333" cy="6243952"/>
          </a:xfrm>
          <a:custGeom>
            <a:avLst/>
            <a:gdLst/>
            <a:ahLst/>
            <a:cxnLst/>
            <a:rect r="r" b="b" t="t" l="l"/>
            <a:pathLst>
              <a:path h="6243952" w="17048333">
                <a:moveTo>
                  <a:pt x="0" y="0"/>
                </a:moveTo>
                <a:lnTo>
                  <a:pt x="17048333" y="0"/>
                </a:lnTo>
                <a:lnTo>
                  <a:pt x="17048333" y="6243952"/>
                </a:lnTo>
                <a:lnTo>
                  <a:pt x="0" y="6243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54797" y="779727"/>
            <a:ext cx="9804138" cy="829206"/>
          </a:xfrm>
          <a:custGeom>
            <a:avLst/>
            <a:gdLst/>
            <a:ahLst/>
            <a:cxnLst/>
            <a:rect r="r" b="b" t="t" l="l"/>
            <a:pathLst>
              <a:path h="829206" w="9804138">
                <a:moveTo>
                  <a:pt x="0" y="0"/>
                </a:moveTo>
                <a:lnTo>
                  <a:pt x="9804138" y="0"/>
                </a:lnTo>
                <a:lnTo>
                  <a:pt x="9804138" y="829206"/>
                </a:lnTo>
                <a:lnTo>
                  <a:pt x="0" y="829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96982" y="755359"/>
            <a:ext cx="6658643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7500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Architecture</a:t>
            </a:r>
          </a:p>
          <a:p>
            <a:pPr algn="l">
              <a:lnSpc>
                <a:spcPts val="675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14674" y="2051378"/>
            <a:ext cx="6700549" cy="0"/>
          </a:xfrm>
          <a:prstGeom prst="line">
            <a:avLst/>
          </a:prstGeom>
          <a:ln cap="flat" w="19050">
            <a:solidFill>
              <a:srgbClr val="9252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003776" y="1028700"/>
            <a:ext cx="9870790" cy="8129754"/>
          </a:xfrm>
          <a:custGeom>
            <a:avLst/>
            <a:gdLst/>
            <a:ahLst/>
            <a:cxnLst/>
            <a:rect r="r" b="b" t="t" l="l"/>
            <a:pathLst>
              <a:path h="8129754" w="9870790">
                <a:moveTo>
                  <a:pt x="0" y="0"/>
                </a:moveTo>
                <a:lnTo>
                  <a:pt x="9870789" y="0"/>
                </a:lnTo>
                <a:lnTo>
                  <a:pt x="9870789" y="8129754"/>
                </a:lnTo>
                <a:lnTo>
                  <a:pt x="0" y="8129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8375" y="3164789"/>
            <a:ext cx="6130716" cy="3400229"/>
          </a:xfrm>
          <a:custGeom>
            <a:avLst/>
            <a:gdLst/>
            <a:ahLst/>
            <a:cxnLst/>
            <a:rect r="r" b="b" t="t" l="l"/>
            <a:pathLst>
              <a:path h="3400229" w="6130716">
                <a:moveTo>
                  <a:pt x="0" y="0"/>
                </a:moveTo>
                <a:lnTo>
                  <a:pt x="6130716" y="0"/>
                </a:lnTo>
                <a:lnTo>
                  <a:pt x="6130716" y="3400230"/>
                </a:lnTo>
                <a:lnTo>
                  <a:pt x="0" y="3400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rnd">
            <a:solidFill>
              <a:srgbClr val="5785EC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614674" y="560795"/>
            <a:ext cx="4919325" cy="154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4"/>
              </a:lnSpc>
            </a:pPr>
            <a:r>
              <a:rPr lang="en-US" sz="6227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Working Principle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238352"/>
            <a:ext cx="6770795" cy="178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959" indent="-264479" lvl="1">
              <a:lnSpc>
                <a:spcPts val="4802"/>
              </a:lnSpc>
              <a:buAutoNum type="arabicPeriod" startAt="1"/>
            </a:pPr>
            <a:r>
              <a:rPr lang="en-US" sz="2450" spc="-51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450" spc="-51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up Detection stops conveyor immediately</a:t>
            </a:r>
          </a:p>
          <a:p>
            <a:pPr algn="just" marL="528959" indent="-264479" lvl="1">
              <a:lnSpc>
                <a:spcPts val="4802"/>
              </a:lnSpc>
              <a:buAutoNum type="arabicPeriod" startAt="1"/>
            </a:pPr>
            <a:r>
              <a:rPr lang="en-US" sz="2450" spc="-51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Servo dispenses powder (0° → 60° → 0°)</a:t>
            </a:r>
          </a:p>
          <a:p>
            <a:pPr algn="just" marL="507369" indent="-253685" lvl="1">
              <a:lnSpc>
                <a:spcPts val="4606"/>
              </a:lnSpc>
              <a:buAutoNum type="arabicPeriod" startAt="1"/>
            </a:pPr>
            <a:r>
              <a:rPr lang="en-US" sz="2350" spc="-49">
                <a:solidFill>
                  <a:srgbClr val="151515"/>
                </a:solidFill>
                <a:latin typeface="Telegraf"/>
                <a:ea typeface="Telegraf"/>
                <a:cs typeface="Telegraf"/>
                <a:sym typeface="Telegraf"/>
              </a:rPr>
              <a:t>Pump dispenses water for 0.5s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981290" y="744855"/>
            <a:ext cx="9991004" cy="8709660"/>
          </a:xfrm>
          <a:custGeom>
            <a:avLst/>
            <a:gdLst/>
            <a:ahLst/>
            <a:cxnLst/>
            <a:rect r="r" b="b" t="t" l="l"/>
            <a:pathLst>
              <a:path h="8709660" w="9991004">
                <a:moveTo>
                  <a:pt x="0" y="0"/>
                </a:moveTo>
                <a:lnTo>
                  <a:pt x="9991004" y="0"/>
                </a:lnTo>
                <a:lnTo>
                  <a:pt x="9991004" y="8709660"/>
                </a:lnTo>
                <a:lnTo>
                  <a:pt x="0" y="870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6104" y="744855"/>
            <a:ext cx="5024183" cy="1724025"/>
            <a:chOff x="0" y="0"/>
            <a:chExt cx="6698910" cy="2298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1886" y="14331"/>
              <a:ext cx="6675138" cy="2270038"/>
            </a:xfrm>
            <a:custGeom>
              <a:avLst/>
              <a:gdLst/>
              <a:ahLst/>
              <a:cxnLst/>
              <a:rect r="r" b="b" t="t" l="l"/>
              <a:pathLst>
                <a:path h="2270038" w="6675138">
                  <a:moveTo>
                    <a:pt x="0" y="378340"/>
                  </a:moveTo>
                  <a:cubicBezTo>
                    <a:pt x="0" y="169393"/>
                    <a:pt x="141799" y="0"/>
                    <a:pt x="316641" y="0"/>
                  </a:cubicBezTo>
                  <a:lnTo>
                    <a:pt x="6358497" y="0"/>
                  </a:lnTo>
                  <a:cubicBezTo>
                    <a:pt x="6533339" y="0"/>
                    <a:pt x="6675138" y="169393"/>
                    <a:pt x="6675138" y="378340"/>
                  </a:cubicBezTo>
                  <a:lnTo>
                    <a:pt x="6675138" y="1891698"/>
                  </a:lnTo>
                  <a:cubicBezTo>
                    <a:pt x="6675138" y="2100645"/>
                    <a:pt x="6533339" y="2270038"/>
                    <a:pt x="6358497" y="2270038"/>
                  </a:cubicBezTo>
                  <a:lnTo>
                    <a:pt x="316641" y="2270038"/>
                  </a:lnTo>
                  <a:cubicBezTo>
                    <a:pt x="141799" y="2270038"/>
                    <a:pt x="0" y="2100645"/>
                    <a:pt x="0" y="1891698"/>
                  </a:cubicBez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98910" cy="2298700"/>
            </a:xfrm>
            <a:custGeom>
              <a:avLst/>
              <a:gdLst/>
              <a:ahLst/>
              <a:cxnLst/>
              <a:rect r="r" b="b" t="t" l="l"/>
              <a:pathLst>
                <a:path h="2298700" w="6698910">
                  <a:moveTo>
                    <a:pt x="0" y="392671"/>
                  </a:moveTo>
                  <a:cubicBezTo>
                    <a:pt x="0" y="175699"/>
                    <a:pt x="147148" y="0"/>
                    <a:pt x="328527" y="0"/>
                  </a:cubicBezTo>
                  <a:lnTo>
                    <a:pt x="6370383" y="0"/>
                  </a:lnTo>
                  <a:lnTo>
                    <a:pt x="6370383" y="14331"/>
                  </a:lnTo>
                  <a:lnTo>
                    <a:pt x="6370383" y="0"/>
                  </a:lnTo>
                  <a:cubicBezTo>
                    <a:pt x="6551763" y="0"/>
                    <a:pt x="6698910" y="175699"/>
                    <a:pt x="6698910" y="392671"/>
                  </a:cubicBezTo>
                  <a:lnTo>
                    <a:pt x="6687024" y="392671"/>
                  </a:lnTo>
                  <a:lnTo>
                    <a:pt x="6698910" y="392671"/>
                  </a:lnTo>
                  <a:lnTo>
                    <a:pt x="6698910" y="1906029"/>
                  </a:lnTo>
                  <a:lnTo>
                    <a:pt x="6687024" y="1906029"/>
                  </a:lnTo>
                  <a:lnTo>
                    <a:pt x="6698910" y="1906029"/>
                  </a:lnTo>
                  <a:cubicBezTo>
                    <a:pt x="6698910" y="2123001"/>
                    <a:pt x="6551763" y="2298700"/>
                    <a:pt x="6370383" y="2298700"/>
                  </a:cubicBezTo>
                  <a:lnTo>
                    <a:pt x="6370383" y="2284369"/>
                  </a:lnTo>
                  <a:lnTo>
                    <a:pt x="6370383" y="2298700"/>
                  </a:lnTo>
                  <a:lnTo>
                    <a:pt x="328527" y="2298700"/>
                  </a:lnTo>
                  <a:lnTo>
                    <a:pt x="328527" y="2284369"/>
                  </a:lnTo>
                  <a:lnTo>
                    <a:pt x="328527" y="2298700"/>
                  </a:lnTo>
                  <a:cubicBezTo>
                    <a:pt x="147148" y="2298700"/>
                    <a:pt x="0" y="2123001"/>
                    <a:pt x="0" y="1906029"/>
                  </a:cubicBezTo>
                  <a:lnTo>
                    <a:pt x="0" y="392671"/>
                  </a:lnTo>
                  <a:lnTo>
                    <a:pt x="11886" y="392671"/>
                  </a:lnTo>
                  <a:lnTo>
                    <a:pt x="0" y="392671"/>
                  </a:lnTo>
                  <a:moveTo>
                    <a:pt x="23772" y="392671"/>
                  </a:moveTo>
                  <a:lnTo>
                    <a:pt x="23772" y="1906029"/>
                  </a:lnTo>
                  <a:lnTo>
                    <a:pt x="11886" y="1906029"/>
                  </a:lnTo>
                  <a:lnTo>
                    <a:pt x="23772" y="1906029"/>
                  </a:lnTo>
                  <a:cubicBezTo>
                    <a:pt x="23772" y="2106951"/>
                    <a:pt x="160103" y="2270038"/>
                    <a:pt x="328527" y="2270038"/>
                  </a:cubicBezTo>
                  <a:lnTo>
                    <a:pt x="6370383" y="2270038"/>
                  </a:lnTo>
                  <a:cubicBezTo>
                    <a:pt x="6538807" y="2270038"/>
                    <a:pt x="6675139" y="2106951"/>
                    <a:pt x="6675139" y="1906029"/>
                  </a:cubicBezTo>
                  <a:lnTo>
                    <a:pt x="6675139" y="392671"/>
                  </a:lnTo>
                  <a:cubicBezTo>
                    <a:pt x="6675138" y="191749"/>
                    <a:pt x="6538807" y="28662"/>
                    <a:pt x="6370383" y="28662"/>
                  </a:cubicBezTo>
                  <a:lnTo>
                    <a:pt x="328527" y="28662"/>
                  </a:lnTo>
                  <a:lnTo>
                    <a:pt x="328527" y="14331"/>
                  </a:lnTo>
                  <a:lnTo>
                    <a:pt x="328527" y="28662"/>
                  </a:lnTo>
                  <a:cubicBezTo>
                    <a:pt x="160103" y="28662"/>
                    <a:pt x="23772" y="191749"/>
                    <a:pt x="23772" y="392671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65860" y="987552"/>
            <a:ext cx="4663440" cy="810463"/>
            <a:chOff x="0" y="0"/>
            <a:chExt cx="6217920" cy="1080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7920" cy="1080618"/>
            </a:xfrm>
            <a:custGeom>
              <a:avLst/>
              <a:gdLst/>
              <a:ahLst/>
              <a:cxnLst/>
              <a:rect r="r" b="b" t="t" l="l"/>
              <a:pathLst>
                <a:path h="108061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80618"/>
                  </a:lnTo>
                  <a:lnTo>
                    <a:pt x="0" y="10806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217920" cy="1128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spc="-257">
                  <a:solidFill>
                    <a:srgbClr val="111827"/>
                  </a:solidFill>
                  <a:latin typeface="Telegraf"/>
                  <a:ea typeface="Telegraf"/>
                  <a:cs typeface="Telegraf"/>
                  <a:sym typeface="Telegraf"/>
                </a:rPr>
                <a:t>Smart Tea Maker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5860" y="1577340"/>
            <a:ext cx="4663440" cy="548640"/>
            <a:chOff x="0" y="0"/>
            <a:chExt cx="621792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2179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Workflow (step-by-step)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972294" y="651818"/>
            <a:ext cx="3311946" cy="3143862"/>
          </a:xfrm>
          <a:custGeom>
            <a:avLst/>
            <a:gdLst/>
            <a:ahLst/>
            <a:cxnLst/>
            <a:rect r="r" b="b" t="t" l="l"/>
            <a:pathLst>
              <a:path h="3143862" w="3311946">
                <a:moveTo>
                  <a:pt x="0" y="0"/>
                </a:moveTo>
                <a:lnTo>
                  <a:pt x="3311946" y="0"/>
                </a:lnTo>
                <a:lnTo>
                  <a:pt x="3311946" y="3143862"/>
                </a:lnTo>
                <a:lnTo>
                  <a:pt x="0" y="314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821" r="0" b="-99281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981819" y="4190109"/>
            <a:ext cx="3311946" cy="3000745"/>
          </a:xfrm>
          <a:custGeom>
            <a:avLst/>
            <a:gdLst/>
            <a:ahLst/>
            <a:cxnLst/>
            <a:rect r="r" b="b" t="t" l="l"/>
            <a:pathLst>
              <a:path h="3000745" w="3311946">
                <a:moveTo>
                  <a:pt x="0" y="0"/>
                </a:moveTo>
                <a:lnTo>
                  <a:pt x="3311946" y="0"/>
                </a:lnTo>
                <a:lnTo>
                  <a:pt x="3311946" y="3000745"/>
                </a:lnTo>
                <a:lnTo>
                  <a:pt x="0" y="3000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133" r="0" b="-11013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9953522" y="1577340"/>
            <a:ext cx="4327553" cy="220675"/>
          </a:xfrm>
          <a:prstGeom prst="line">
            <a:avLst/>
          </a:prstGeom>
          <a:ln cap="flat" w="38100">
            <a:solidFill>
              <a:srgbClr val="0971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11802682" y="3904971"/>
            <a:ext cx="4013342" cy="1429788"/>
          </a:xfrm>
          <a:prstGeom prst="line">
            <a:avLst/>
          </a:prstGeom>
          <a:ln cap="flat" w="38100">
            <a:solidFill>
              <a:srgbClr val="0971E5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243577" y="0"/>
            <a:ext cx="11800399" cy="10287000"/>
          </a:xfrm>
          <a:custGeom>
            <a:avLst/>
            <a:gdLst/>
            <a:ahLst/>
            <a:cxnLst/>
            <a:rect r="r" b="b" t="t" l="l"/>
            <a:pathLst>
              <a:path h="10287000" w="11800399">
                <a:moveTo>
                  <a:pt x="0" y="0"/>
                </a:moveTo>
                <a:lnTo>
                  <a:pt x="11800399" y="0"/>
                </a:lnTo>
                <a:lnTo>
                  <a:pt x="11800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4052" y="-9525"/>
            <a:ext cx="11819449" cy="70180"/>
            <a:chOff x="0" y="0"/>
            <a:chExt cx="15759265" cy="935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15733903" cy="68199"/>
            </a:xfrm>
            <a:custGeom>
              <a:avLst/>
              <a:gdLst/>
              <a:ahLst/>
              <a:cxnLst/>
              <a:rect r="r" b="b" t="t" l="l"/>
              <a:pathLst>
                <a:path h="68199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68199"/>
                  </a:lnTo>
                  <a:lnTo>
                    <a:pt x="0" y="6819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234052" y="1575454"/>
            <a:ext cx="11819449" cy="8721071"/>
            <a:chOff x="0" y="0"/>
            <a:chExt cx="15759265" cy="11628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5733903" cy="11602720"/>
            </a:xfrm>
            <a:custGeom>
              <a:avLst/>
              <a:gdLst/>
              <a:ahLst/>
              <a:cxnLst/>
              <a:rect r="r" b="b" t="t" l="l"/>
              <a:pathLst>
                <a:path h="11602720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11602720"/>
                  </a:lnTo>
                  <a:lnTo>
                    <a:pt x="0" y="1160272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34052" y="41605"/>
            <a:ext cx="1757410" cy="1552899"/>
            <a:chOff x="0" y="0"/>
            <a:chExt cx="2343214" cy="2070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317877" cy="2045081"/>
            </a:xfrm>
            <a:custGeom>
              <a:avLst/>
              <a:gdLst/>
              <a:ahLst/>
              <a:cxnLst/>
              <a:rect r="r" b="b" t="t" l="l"/>
              <a:pathLst>
                <a:path h="2045081" w="2317877">
                  <a:moveTo>
                    <a:pt x="0" y="0"/>
                  </a:moveTo>
                  <a:lnTo>
                    <a:pt x="2317877" y="0"/>
                  </a:lnTo>
                  <a:lnTo>
                    <a:pt x="2317877" y="2045081"/>
                  </a:lnTo>
                  <a:lnTo>
                    <a:pt x="0" y="2045081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494254" y="41605"/>
            <a:ext cx="4559236" cy="1552899"/>
            <a:chOff x="0" y="0"/>
            <a:chExt cx="6078982" cy="20705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6053582" cy="2045081"/>
            </a:xfrm>
            <a:custGeom>
              <a:avLst/>
              <a:gdLst/>
              <a:ahLst/>
              <a:cxnLst/>
              <a:rect r="r" b="b" t="t" l="l"/>
              <a:pathLst>
                <a:path h="2045081" w="6053582">
                  <a:moveTo>
                    <a:pt x="0" y="0"/>
                  </a:moveTo>
                  <a:lnTo>
                    <a:pt x="6053582" y="0"/>
                  </a:lnTo>
                  <a:lnTo>
                    <a:pt x="6053582" y="2045081"/>
                  </a:lnTo>
                  <a:lnTo>
                    <a:pt x="0" y="2045081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953362" y="22555"/>
            <a:ext cx="5579002" cy="1590999"/>
            <a:chOff x="0" y="0"/>
            <a:chExt cx="7438669" cy="21213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38644" cy="2121281"/>
            </a:xfrm>
            <a:custGeom>
              <a:avLst/>
              <a:gdLst/>
              <a:ahLst/>
              <a:cxnLst/>
              <a:rect r="r" b="b" t="t" l="l"/>
              <a:pathLst>
                <a:path h="2121281" w="7438644">
                  <a:moveTo>
                    <a:pt x="38100" y="0"/>
                  </a:moveTo>
                  <a:lnTo>
                    <a:pt x="7400544" y="0"/>
                  </a:lnTo>
                  <a:cubicBezTo>
                    <a:pt x="7421625" y="0"/>
                    <a:pt x="7438644" y="17018"/>
                    <a:pt x="7438644" y="38100"/>
                  </a:cubicBezTo>
                  <a:lnTo>
                    <a:pt x="7438644" y="2083181"/>
                  </a:lnTo>
                  <a:cubicBezTo>
                    <a:pt x="7438644" y="2104263"/>
                    <a:pt x="7421625" y="2121281"/>
                    <a:pt x="7400544" y="2121281"/>
                  </a:cubicBezTo>
                  <a:lnTo>
                    <a:pt x="38100" y="2121281"/>
                  </a:lnTo>
                  <a:cubicBezTo>
                    <a:pt x="17018" y="2121281"/>
                    <a:pt x="0" y="2104263"/>
                    <a:pt x="0" y="2083181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moveTo>
                    <a:pt x="38100" y="76200"/>
                  </a:moveTo>
                  <a:lnTo>
                    <a:pt x="38100" y="38100"/>
                  </a:lnTo>
                  <a:lnTo>
                    <a:pt x="76200" y="38100"/>
                  </a:lnTo>
                  <a:lnTo>
                    <a:pt x="76200" y="2083181"/>
                  </a:lnTo>
                  <a:lnTo>
                    <a:pt x="38100" y="2083181"/>
                  </a:lnTo>
                  <a:lnTo>
                    <a:pt x="38100" y="2045081"/>
                  </a:lnTo>
                  <a:lnTo>
                    <a:pt x="7400544" y="2045081"/>
                  </a:lnTo>
                  <a:lnTo>
                    <a:pt x="7400544" y="2083181"/>
                  </a:lnTo>
                  <a:lnTo>
                    <a:pt x="7362444" y="2083181"/>
                  </a:lnTo>
                  <a:lnTo>
                    <a:pt x="7362444" y="38100"/>
                  </a:lnTo>
                  <a:lnTo>
                    <a:pt x="7400544" y="38100"/>
                  </a:lnTo>
                  <a:lnTo>
                    <a:pt x="7400544" y="762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109572" y="127635"/>
            <a:ext cx="677418" cy="677418"/>
            <a:chOff x="0" y="0"/>
            <a:chExt cx="903224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lnTo>
                    <a:pt x="451612" y="12700"/>
                  </a:lnTo>
                  <a:lnTo>
                    <a:pt x="451612" y="0"/>
                  </a:ln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lnTo>
                    <a:pt x="451612" y="890524"/>
                  </a:lnTo>
                  <a:lnTo>
                    <a:pt x="451612" y="903224"/>
                  </a:lnTo>
                  <a:cubicBezTo>
                    <a:pt x="202184" y="903224"/>
                    <a:pt x="0" y="701040"/>
                    <a:pt x="0" y="451612"/>
                  </a:cubicBezTo>
                  <a:lnTo>
                    <a:pt x="12700" y="451612"/>
                  </a:lnTo>
                  <a:lnTo>
                    <a:pt x="23495" y="458343"/>
                  </a:lnTo>
                  <a:cubicBezTo>
                    <a:pt x="20447" y="463169"/>
                    <a:pt x="14732" y="465328"/>
                    <a:pt x="9271" y="463804"/>
                  </a:cubicBezTo>
                  <a:cubicBezTo>
                    <a:pt x="3810" y="462280"/>
                    <a:pt x="0" y="457327"/>
                    <a:pt x="0" y="451612"/>
                  </a:cubicBezTo>
                  <a:moveTo>
                    <a:pt x="25400" y="451612"/>
                  </a:moveTo>
                  <a:lnTo>
                    <a:pt x="12700" y="451612"/>
                  </a:lnTo>
                  <a:lnTo>
                    <a:pt x="1905" y="444881"/>
                  </a:lnTo>
                  <a:cubicBezTo>
                    <a:pt x="4953" y="440055"/>
                    <a:pt x="10668" y="437896"/>
                    <a:pt x="16129" y="439420"/>
                  </a:cubicBezTo>
                  <a:cubicBezTo>
                    <a:pt x="21590" y="440944"/>
                    <a:pt x="25273" y="446024"/>
                    <a:pt x="25273" y="451612"/>
                  </a:cubicBezTo>
                  <a:cubicBezTo>
                    <a:pt x="25400" y="686943"/>
                    <a:pt x="216281" y="877824"/>
                    <a:pt x="451612" y="877824"/>
                  </a:cubicBezTo>
                  <a:cubicBezTo>
                    <a:pt x="686943" y="877824"/>
                    <a:pt x="877824" y="686943"/>
                    <a:pt x="877824" y="451612"/>
                  </a:cubicBezTo>
                  <a:lnTo>
                    <a:pt x="890524" y="451612"/>
                  </a:lnTo>
                  <a:lnTo>
                    <a:pt x="877824" y="451612"/>
                  </a:lnTo>
                  <a:cubicBezTo>
                    <a:pt x="877824" y="216281"/>
                    <a:pt x="686943" y="25400"/>
                    <a:pt x="451612" y="25400"/>
                  </a:cubicBezTo>
                  <a:lnTo>
                    <a:pt x="451612" y="12700"/>
                  </a:lnTo>
                  <a:lnTo>
                    <a:pt x="451612" y="25400"/>
                  </a:lnTo>
                  <a:cubicBezTo>
                    <a:pt x="216281" y="25400"/>
                    <a:pt x="25400" y="216281"/>
                    <a:pt x="25400" y="451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119097" y="164592"/>
            <a:ext cx="658368" cy="630936"/>
            <a:chOff x="0" y="0"/>
            <a:chExt cx="877824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41248"/>
            </a:xfrm>
            <a:custGeom>
              <a:avLst/>
              <a:gdLst/>
              <a:ahLst/>
              <a:cxnLst/>
              <a:rect r="r" b="b" t="t" l="l"/>
              <a:pathLst>
                <a:path h="84124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13689" y="744855"/>
            <a:ext cx="4765451" cy="4253865"/>
            <a:chOff x="0" y="0"/>
            <a:chExt cx="6353935" cy="56718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4640" y="18202"/>
              <a:ext cx="6324654" cy="5635415"/>
            </a:xfrm>
            <a:custGeom>
              <a:avLst/>
              <a:gdLst/>
              <a:ahLst/>
              <a:cxnLst/>
              <a:rect r="r" b="b" t="t" l="l"/>
              <a:pathLst>
                <a:path h="5635415" w="6324654">
                  <a:moveTo>
                    <a:pt x="0" y="939236"/>
                  </a:moveTo>
                  <a:cubicBezTo>
                    <a:pt x="0" y="420472"/>
                    <a:pt x="338779" y="0"/>
                    <a:pt x="756909" y="0"/>
                  </a:cubicBezTo>
                  <a:lnTo>
                    <a:pt x="5567746" y="0"/>
                  </a:lnTo>
                  <a:cubicBezTo>
                    <a:pt x="5985876" y="0"/>
                    <a:pt x="6324655" y="420472"/>
                    <a:pt x="6324655" y="939236"/>
                  </a:cubicBezTo>
                  <a:lnTo>
                    <a:pt x="6324655" y="4696180"/>
                  </a:lnTo>
                  <a:cubicBezTo>
                    <a:pt x="6324655" y="5214944"/>
                    <a:pt x="5985876" y="5635416"/>
                    <a:pt x="5567746" y="5635416"/>
                  </a:cubicBezTo>
                  <a:lnTo>
                    <a:pt x="756909" y="5635416"/>
                  </a:lnTo>
                  <a:cubicBezTo>
                    <a:pt x="338779" y="5635416"/>
                    <a:pt x="0" y="5214944"/>
                    <a:pt x="0" y="4696180"/>
                  </a:cubicBez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3935" cy="5671820"/>
            </a:xfrm>
            <a:custGeom>
              <a:avLst/>
              <a:gdLst/>
              <a:ahLst/>
              <a:cxnLst/>
              <a:rect r="r" b="b" t="t" l="l"/>
              <a:pathLst>
                <a:path h="5671820" w="6353935">
                  <a:moveTo>
                    <a:pt x="0" y="957438"/>
                  </a:moveTo>
                  <a:cubicBezTo>
                    <a:pt x="0" y="428663"/>
                    <a:pt x="345367" y="0"/>
                    <a:pt x="771549" y="0"/>
                  </a:cubicBezTo>
                  <a:lnTo>
                    <a:pt x="5582386" y="0"/>
                  </a:lnTo>
                  <a:lnTo>
                    <a:pt x="5582386" y="18202"/>
                  </a:lnTo>
                  <a:lnTo>
                    <a:pt x="5582386" y="0"/>
                  </a:lnTo>
                  <a:cubicBezTo>
                    <a:pt x="6008568" y="0"/>
                    <a:pt x="6353935" y="428663"/>
                    <a:pt x="6353935" y="957438"/>
                  </a:cubicBezTo>
                  <a:lnTo>
                    <a:pt x="6339295" y="957438"/>
                  </a:lnTo>
                  <a:lnTo>
                    <a:pt x="6353935" y="957438"/>
                  </a:lnTo>
                  <a:lnTo>
                    <a:pt x="6353935" y="4714382"/>
                  </a:lnTo>
                  <a:lnTo>
                    <a:pt x="6339295" y="4714382"/>
                  </a:lnTo>
                  <a:lnTo>
                    <a:pt x="6353935" y="4714382"/>
                  </a:lnTo>
                  <a:cubicBezTo>
                    <a:pt x="6353935" y="5243157"/>
                    <a:pt x="6008568" y="5671820"/>
                    <a:pt x="5582386" y="5671820"/>
                  </a:cubicBezTo>
                  <a:lnTo>
                    <a:pt x="5582386" y="5653618"/>
                  </a:lnTo>
                  <a:lnTo>
                    <a:pt x="5582386" y="5671820"/>
                  </a:lnTo>
                  <a:lnTo>
                    <a:pt x="771549" y="5671820"/>
                  </a:lnTo>
                  <a:lnTo>
                    <a:pt x="771549" y="5653618"/>
                  </a:lnTo>
                  <a:lnTo>
                    <a:pt x="771549" y="5671820"/>
                  </a:lnTo>
                  <a:cubicBezTo>
                    <a:pt x="345367" y="5671820"/>
                    <a:pt x="0" y="5243157"/>
                    <a:pt x="0" y="4714382"/>
                  </a:cubicBezTo>
                  <a:lnTo>
                    <a:pt x="0" y="957438"/>
                  </a:lnTo>
                  <a:lnTo>
                    <a:pt x="14640" y="957438"/>
                  </a:lnTo>
                  <a:lnTo>
                    <a:pt x="0" y="957438"/>
                  </a:lnTo>
                  <a:moveTo>
                    <a:pt x="29281" y="957438"/>
                  </a:moveTo>
                  <a:lnTo>
                    <a:pt x="29281" y="4714382"/>
                  </a:lnTo>
                  <a:lnTo>
                    <a:pt x="14640" y="4714382"/>
                  </a:lnTo>
                  <a:lnTo>
                    <a:pt x="29281" y="4714382"/>
                  </a:lnTo>
                  <a:cubicBezTo>
                    <a:pt x="29281" y="5222953"/>
                    <a:pt x="361618" y="5635416"/>
                    <a:pt x="771549" y="5635416"/>
                  </a:cubicBezTo>
                  <a:lnTo>
                    <a:pt x="5582386" y="5635416"/>
                  </a:lnTo>
                  <a:cubicBezTo>
                    <a:pt x="5992317" y="5635416"/>
                    <a:pt x="6324654" y="5222953"/>
                    <a:pt x="6324654" y="4714382"/>
                  </a:cubicBezTo>
                  <a:lnTo>
                    <a:pt x="6324654" y="957438"/>
                  </a:lnTo>
                  <a:cubicBezTo>
                    <a:pt x="6324654" y="448867"/>
                    <a:pt x="5992317" y="36404"/>
                    <a:pt x="5582386" y="36404"/>
                  </a:cubicBezTo>
                  <a:lnTo>
                    <a:pt x="771549" y="36404"/>
                  </a:lnTo>
                  <a:lnTo>
                    <a:pt x="771549" y="18202"/>
                  </a:lnTo>
                  <a:lnTo>
                    <a:pt x="771549" y="36404"/>
                  </a:lnTo>
                  <a:cubicBezTo>
                    <a:pt x="361618" y="36404"/>
                    <a:pt x="29281" y="448867"/>
                    <a:pt x="29281" y="957438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1914" y="1232554"/>
            <a:ext cx="3429000" cy="685800"/>
            <a:chOff x="0" y="0"/>
            <a:chExt cx="45720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293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 1: Start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1914" y="1918354"/>
            <a:ext cx="3429000" cy="1371600"/>
            <a:chOff x="0" y="0"/>
            <a:chExt cx="457200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Machine 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1914" y="3440591"/>
            <a:ext cx="3429000" cy="480060"/>
            <a:chOff x="0" y="0"/>
            <a:chExt cx="4572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Telegraf"/>
                  <a:ea typeface="Telegraf"/>
                  <a:cs typeface="Telegraf"/>
                  <a:sym typeface="Telegraf"/>
                </a:rPr>
                <a:t>Next →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243577" y="0"/>
            <a:ext cx="11800399" cy="10287000"/>
          </a:xfrm>
          <a:custGeom>
            <a:avLst/>
            <a:gdLst/>
            <a:ahLst/>
            <a:cxnLst/>
            <a:rect r="r" b="b" t="t" l="l"/>
            <a:pathLst>
              <a:path h="10287000" w="11800399">
                <a:moveTo>
                  <a:pt x="0" y="0"/>
                </a:moveTo>
                <a:lnTo>
                  <a:pt x="11800399" y="0"/>
                </a:lnTo>
                <a:lnTo>
                  <a:pt x="11800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4052" y="-9525"/>
            <a:ext cx="11819449" cy="1655150"/>
            <a:chOff x="0" y="0"/>
            <a:chExt cx="15759265" cy="2206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15733903" cy="2181479"/>
            </a:xfrm>
            <a:custGeom>
              <a:avLst/>
              <a:gdLst/>
              <a:ahLst/>
              <a:cxnLst/>
              <a:rect r="r" b="b" t="t" l="l"/>
              <a:pathLst>
                <a:path h="2181479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2181479"/>
                  </a:lnTo>
                  <a:lnTo>
                    <a:pt x="0" y="218147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234052" y="3416065"/>
            <a:ext cx="11819449" cy="6880460"/>
            <a:chOff x="0" y="0"/>
            <a:chExt cx="15759265" cy="9173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5733903" cy="9148572"/>
            </a:xfrm>
            <a:custGeom>
              <a:avLst/>
              <a:gdLst/>
              <a:ahLst/>
              <a:cxnLst/>
              <a:rect r="r" b="b" t="t" l="l"/>
              <a:pathLst>
                <a:path h="9148572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9148572"/>
                  </a:lnTo>
                  <a:lnTo>
                    <a:pt x="0" y="9148572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34052" y="1626575"/>
            <a:ext cx="2422074" cy="1808540"/>
            <a:chOff x="0" y="0"/>
            <a:chExt cx="3229432" cy="2411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3204083" cy="2385949"/>
            </a:xfrm>
            <a:custGeom>
              <a:avLst/>
              <a:gdLst/>
              <a:ahLst/>
              <a:cxnLst/>
              <a:rect r="r" b="b" t="t" l="l"/>
              <a:pathLst>
                <a:path h="2385949" w="3204083">
                  <a:moveTo>
                    <a:pt x="0" y="0"/>
                  </a:moveTo>
                  <a:lnTo>
                    <a:pt x="3204083" y="0"/>
                  </a:lnTo>
                  <a:lnTo>
                    <a:pt x="3204083" y="2385949"/>
                  </a:lnTo>
                  <a:lnTo>
                    <a:pt x="0" y="238594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54407" y="1626575"/>
            <a:ext cx="4099084" cy="1808540"/>
            <a:chOff x="0" y="0"/>
            <a:chExt cx="5465445" cy="24113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5440045" cy="2385949"/>
            </a:xfrm>
            <a:custGeom>
              <a:avLst/>
              <a:gdLst/>
              <a:ahLst/>
              <a:cxnLst/>
              <a:rect r="r" b="b" t="t" l="l"/>
              <a:pathLst>
                <a:path h="2385949" w="5440045">
                  <a:moveTo>
                    <a:pt x="0" y="0"/>
                  </a:moveTo>
                  <a:lnTo>
                    <a:pt x="5440045" y="0"/>
                  </a:lnTo>
                  <a:lnTo>
                    <a:pt x="5440045" y="2385949"/>
                  </a:lnTo>
                  <a:lnTo>
                    <a:pt x="0" y="238594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618026" y="1607525"/>
            <a:ext cx="5374491" cy="1846640"/>
            <a:chOff x="0" y="0"/>
            <a:chExt cx="7165988" cy="24621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5975" cy="2462149"/>
            </a:xfrm>
            <a:custGeom>
              <a:avLst/>
              <a:gdLst/>
              <a:ahLst/>
              <a:cxnLst/>
              <a:rect r="r" b="b" t="t" l="l"/>
              <a:pathLst>
                <a:path h="2462149" w="7165975">
                  <a:moveTo>
                    <a:pt x="38100" y="0"/>
                  </a:moveTo>
                  <a:lnTo>
                    <a:pt x="7127875" y="0"/>
                  </a:lnTo>
                  <a:cubicBezTo>
                    <a:pt x="7148957" y="0"/>
                    <a:pt x="7165975" y="17018"/>
                    <a:pt x="7165975" y="38100"/>
                  </a:cubicBezTo>
                  <a:lnTo>
                    <a:pt x="7165975" y="2424049"/>
                  </a:lnTo>
                  <a:cubicBezTo>
                    <a:pt x="7165975" y="2445131"/>
                    <a:pt x="7148957" y="2462149"/>
                    <a:pt x="7127875" y="2462149"/>
                  </a:cubicBezTo>
                  <a:lnTo>
                    <a:pt x="38100" y="2462149"/>
                  </a:lnTo>
                  <a:cubicBezTo>
                    <a:pt x="17018" y="2462149"/>
                    <a:pt x="0" y="2445131"/>
                    <a:pt x="0" y="2424049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moveTo>
                    <a:pt x="38100" y="76200"/>
                  </a:moveTo>
                  <a:lnTo>
                    <a:pt x="38100" y="38100"/>
                  </a:lnTo>
                  <a:lnTo>
                    <a:pt x="76200" y="38100"/>
                  </a:lnTo>
                  <a:lnTo>
                    <a:pt x="76200" y="2424049"/>
                  </a:lnTo>
                  <a:lnTo>
                    <a:pt x="38100" y="2424049"/>
                  </a:lnTo>
                  <a:lnTo>
                    <a:pt x="38100" y="2385949"/>
                  </a:lnTo>
                  <a:lnTo>
                    <a:pt x="7127875" y="2385949"/>
                  </a:lnTo>
                  <a:lnTo>
                    <a:pt x="7127875" y="2424049"/>
                  </a:lnTo>
                  <a:lnTo>
                    <a:pt x="7089775" y="2424049"/>
                  </a:lnTo>
                  <a:lnTo>
                    <a:pt x="7089775" y="38100"/>
                  </a:lnTo>
                  <a:lnTo>
                    <a:pt x="7127875" y="38100"/>
                  </a:lnTo>
                  <a:lnTo>
                    <a:pt x="7127875" y="762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774236" y="872195"/>
            <a:ext cx="677418" cy="677418"/>
            <a:chOff x="0" y="0"/>
            <a:chExt cx="903224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lnTo>
                    <a:pt x="451612" y="12700"/>
                  </a:lnTo>
                  <a:lnTo>
                    <a:pt x="451612" y="0"/>
                  </a:ln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lnTo>
                    <a:pt x="451612" y="890524"/>
                  </a:lnTo>
                  <a:lnTo>
                    <a:pt x="451612" y="903224"/>
                  </a:lnTo>
                  <a:cubicBezTo>
                    <a:pt x="202184" y="903224"/>
                    <a:pt x="0" y="701040"/>
                    <a:pt x="0" y="451612"/>
                  </a:cubicBezTo>
                  <a:lnTo>
                    <a:pt x="12700" y="451612"/>
                  </a:lnTo>
                  <a:lnTo>
                    <a:pt x="23495" y="458343"/>
                  </a:lnTo>
                  <a:cubicBezTo>
                    <a:pt x="20447" y="463169"/>
                    <a:pt x="14732" y="465328"/>
                    <a:pt x="9271" y="463804"/>
                  </a:cubicBezTo>
                  <a:cubicBezTo>
                    <a:pt x="3810" y="462280"/>
                    <a:pt x="0" y="457327"/>
                    <a:pt x="0" y="451612"/>
                  </a:cubicBezTo>
                  <a:moveTo>
                    <a:pt x="25400" y="451612"/>
                  </a:moveTo>
                  <a:lnTo>
                    <a:pt x="12700" y="451612"/>
                  </a:lnTo>
                  <a:lnTo>
                    <a:pt x="1905" y="444881"/>
                  </a:lnTo>
                  <a:cubicBezTo>
                    <a:pt x="4953" y="440055"/>
                    <a:pt x="10668" y="437896"/>
                    <a:pt x="16129" y="439420"/>
                  </a:cubicBezTo>
                  <a:cubicBezTo>
                    <a:pt x="21590" y="440944"/>
                    <a:pt x="25273" y="446024"/>
                    <a:pt x="25273" y="451612"/>
                  </a:cubicBezTo>
                  <a:cubicBezTo>
                    <a:pt x="25400" y="686943"/>
                    <a:pt x="216281" y="877824"/>
                    <a:pt x="451612" y="877824"/>
                  </a:cubicBezTo>
                  <a:cubicBezTo>
                    <a:pt x="686943" y="877824"/>
                    <a:pt x="877824" y="686943"/>
                    <a:pt x="877824" y="451612"/>
                  </a:cubicBezTo>
                  <a:lnTo>
                    <a:pt x="890524" y="451612"/>
                  </a:lnTo>
                  <a:lnTo>
                    <a:pt x="877824" y="451612"/>
                  </a:lnTo>
                  <a:cubicBezTo>
                    <a:pt x="877824" y="216281"/>
                    <a:pt x="686943" y="25400"/>
                    <a:pt x="451612" y="25400"/>
                  </a:cubicBezTo>
                  <a:lnTo>
                    <a:pt x="451612" y="12700"/>
                  </a:lnTo>
                  <a:lnTo>
                    <a:pt x="451612" y="25400"/>
                  </a:lnTo>
                  <a:cubicBezTo>
                    <a:pt x="216281" y="25400"/>
                    <a:pt x="25400" y="216281"/>
                    <a:pt x="25400" y="451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783761" y="909152"/>
            <a:ext cx="658368" cy="630936"/>
            <a:chOff x="0" y="0"/>
            <a:chExt cx="877824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41248"/>
            </a:xfrm>
            <a:custGeom>
              <a:avLst/>
              <a:gdLst/>
              <a:ahLst/>
              <a:cxnLst/>
              <a:rect r="r" b="b" t="t" l="l"/>
              <a:pathLst>
                <a:path h="84124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30240" y="818050"/>
            <a:ext cx="4348900" cy="2894795"/>
            <a:chOff x="0" y="0"/>
            <a:chExt cx="5798534" cy="38597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361" y="12387"/>
              <a:ext cx="5771813" cy="3834953"/>
            </a:xfrm>
            <a:custGeom>
              <a:avLst/>
              <a:gdLst/>
              <a:ahLst/>
              <a:cxnLst/>
              <a:rect r="r" b="b" t="t" l="l"/>
              <a:pathLst>
                <a:path h="3834953" w="5771813">
                  <a:moveTo>
                    <a:pt x="0" y="639159"/>
                  </a:moveTo>
                  <a:cubicBezTo>
                    <a:pt x="0" y="286135"/>
                    <a:pt x="309166" y="0"/>
                    <a:pt x="690747" y="0"/>
                  </a:cubicBezTo>
                  <a:lnTo>
                    <a:pt x="5081065" y="0"/>
                  </a:lnTo>
                  <a:cubicBezTo>
                    <a:pt x="5462646" y="0"/>
                    <a:pt x="5771812" y="286135"/>
                    <a:pt x="5771812" y="639159"/>
                  </a:cubicBezTo>
                  <a:lnTo>
                    <a:pt x="5771812" y="3195794"/>
                  </a:lnTo>
                  <a:cubicBezTo>
                    <a:pt x="5771812" y="3548818"/>
                    <a:pt x="5462646" y="3834953"/>
                    <a:pt x="5081065" y="3834953"/>
                  </a:cubicBezTo>
                  <a:lnTo>
                    <a:pt x="690747" y="3834953"/>
                  </a:lnTo>
                  <a:cubicBezTo>
                    <a:pt x="309166" y="3834953"/>
                    <a:pt x="0" y="3548818"/>
                    <a:pt x="0" y="3195794"/>
                  </a:cubicBez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98534" cy="3859727"/>
            </a:xfrm>
            <a:custGeom>
              <a:avLst/>
              <a:gdLst/>
              <a:ahLst/>
              <a:cxnLst/>
              <a:rect r="r" b="b" t="t" l="l"/>
              <a:pathLst>
                <a:path h="3859727" w="5798534">
                  <a:moveTo>
                    <a:pt x="0" y="651546"/>
                  </a:moveTo>
                  <a:cubicBezTo>
                    <a:pt x="0" y="291709"/>
                    <a:pt x="315178" y="0"/>
                    <a:pt x="704108" y="0"/>
                  </a:cubicBezTo>
                  <a:lnTo>
                    <a:pt x="5094426" y="0"/>
                  </a:lnTo>
                  <a:lnTo>
                    <a:pt x="5094426" y="12387"/>
                  </a:lnTo>
                  <a:lnTo>
                    <a:pt x="5094426" y="0"/>
                  </a:lnTo>
                  <a:cubicBezTo>
                    <a:pt x="5483356" y="0"/>
                    <a:pt x="5798534" y="291709"/>
                    <a:pt x="5798534" y="651546"/>
                  </a:cubicBezTo>
                  <a:lnTo>
                    <a:pt x="5785173" y="651546"/>
                  </a:lnTo>
                  <a:lnTo>
                    <a:pt x="5798534" y="651546"/>
                  </a:lnTo>
                  <a:lnTo>
                    <a:pt x="5798534" y="3208181"/>
                  </a:lnTo>
                  <a:lnTo>
                    <a:pt x="5785173" y="3208181"/>
                  </a:lnTo>
                  <a:lnTo>
                    <a:pt x="5798534" y="3208181"/>
                  </a:lnTo>
                  <a:cubicBezTo>
                    <a:pt x="5798534" y="3568017"/>
                    <a:pt x="5483356" y="3859727"/>
                    <a:pt x="5094426" y="3859727"/>
                  </a:cubicBezTo>
                  <a:lnTo>
                    <a:pt x="5094426" y="3847340"/>
                  </a:lnTo>
                  <a:lnTo>
                    <a:pt x="5094426" y="3859727"/>
                  </a:lnTo>
                  <a:lnTo>
                    <a:pt x="704108" y="3859727"/>
                  </a:lnTo>
                  <a:lnTo>
                    <a:pt x="704108" y="3847340"/>
                  </a:lnTo>
                  <a:lnTo>
                    <a:pt x="704108" y="3859727"/>
                  </a:lnTo>
                  <a:cubicBezTo>
                    <a:pt x="315178" y="3859727"/>
                    <a:pt x="0" y="3568017"/>
                    <a:pt x="0" y="3208181"/>
                  </a:cubicBezTo>
                  <a:lnTo>
                    <a:pt x="0" y="651546"/>
                  </a:lnTo>
                  <a:lnTo>
                    <a:pt x="13361" y="651546"/>
                  </a:lnTo>
                  <a:lnTo>
                    <a:pt x="0" y="651546"/>
                  </a:lnTo>
                  <a:moveTo>
                    <a:pt x="26721" y="651546"/>
                  </a:moveTo>
                  <a:lnTo>
                    <a:pt x="26721" y="3208181"/>
                  </a:lnTo>
                  <a:lnTo>
                    <a:pt x="13361" y="3208181"/>
                  </a:lnTo>
                  <a:lnTo>
                    <a:pt x="26721" y="3208181"/>
                  </a:lnTo>
                  <a:cubicBezTo>
                    <a:pt x="26721" y="3554268"/>
                    <a:pt x="330009" y="3834954"/>
                    <a:pt x="704108" y="3834954"/>
                  </a:cubicBezTo>
                  <a:lnTo>
                    <a:pt x="5094426" y="3834954"/>
                  </a:lnTo>
                  <a:cubicBezTo>
                    <a:pt x="5468525" y="3834954"/>
                    <a:pt x="5771812" y="3554268"/>
                    <a:pt x="5771812" y="3208181"/>
                  </a:cubicBezTo>
                  <a:lnTo>
                    <a:pt x="5771812" y="651546"/>
                  </a:lnTo>
                  <a:cubicBezTo>
                    <a:pt x="5771812" y="305458"/>
                    <a:pt x="5468525" y="24774"/>
                    <a:pt x="5094426" y="24774"/>
                  </a:cubicBezTo>
                  <a:lnTo>
                    <a:pt x="704108" y="24774"/>
                  </a:lnTo>
                  <a:lnTo>
                    <a:pt x="704108" y="12387"/>
                  </a:lnTo>
                  <a:lnTo>
                    <a:pt x="704108" y="24774"/>
                  </a:lnTo>
                  <a:cubicBezTo>
                    <a:pt x="330009" y="24774"/>
                    <a:pt x="26721" y="305458"/>
                    <a:pt x="26721" y="651546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90190" y="918677"/>
            <a:ext cx="3429000" cy="1176680"/>
            <a:chOff x="0" y="0"/>
            <a:chExt cx="4572000" cy="15689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1568907"/>
            </a:xfrm>
            <a:custGeom>
              <a:avLst/>
              <a:gdLst/>
              <a:ahLst/>
              <a:cxnLst/>
              <a:rect r="r" b="b" t="t" l="l"/>
              <a:pathLst>
                <a:path h="1568907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68907"/>
                  </a:lnTo>
                  <a:lnTo>
                    <a:pt x="0" y="15689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1607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293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 2: Transport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90190" y="1645625"/>
            <a:ext cx="3429000" cy="1371600"/>
            <a:chOff x="0" y="0"/>
            <a:chExt cx="457200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DC motor moves the cup into position.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90190" y="2955055"/>
            <a:ext cx="3429000" cy="480060"/>
            <a:chOff x="0" y="0"/>
            <a:chExt cx="4572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Telegraf"/>
                  <a:ea typeface="Telegraf"/>
                  <a:cs typeface="Telegraf"/>
                  <a:sym typeface="Telegraf"/>
                </a:rPr>
                <a:t>Next →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243577" y="0"/>
            <a:ext cx="11800399" cy="10287000"/>
          </a:xfrm>
          <a:custGeom>
            <a:avLst/>
            <a:gdLst/>
            <a:ahLst/>
            <a:cxnLst/>
            <a:rect r="r" b="b" t="t" l="l"/>
            <a:pathLst>
              <a:path h="10287000" w="11800399">
                <a:moveTo>
                  <a:pt x="0" y="0"/>
                </a:moveTo>
                <a:lnTo>
                  <a:pt x="11800399" y="0"/>
                </a:lnTo>
                <a:lnTo>
                  <a:pt x="11800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4052" y="-9525"/>
            <a:ext cx="11819449" cy="3393510"/>
            <a:chOff x="0" y="0"/>
            <a:chExt cx="15759265" cy="4524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15733903" cy="4499229"/>
            </a:xfrm>
            <a:custGeom>
              <a:avLst/>
              <a:gdLst/>
              <a:ahLst/>
              <a:cxnLst/>
              <a:rect r="r" b="b" t="t" l="l"/>
              <a:pathLst>
                <a:path h="4499229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4499229"/>
                  </a:lnTo>
                  <a:lnTo>
                    <a:pt x="0" y="449922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234052" y="5154425"/>
            <a:ext cx="11819449" cy="5142100"/>
            <a:chOff x="0" y="0"/>
            <a:chExt cx="15759265" cy="6856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5733903" cy="6830695"/>
            </a:xfrm>
            <a:custGeom>
              <a:avLst/>
              <a:gdLst/>
              <a:ahLst/>
              <a:cxnLst/>
              <a:rect r="r" b="b" t="t" l="l"/>
              <a:pathLst>
                <a:path h="6830695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6830695"/>
                  </a:lnTo>
                  <a:lnTo>
                    <a:pt x="0" y="6830695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34052" y="3364935"/>
            <a:ext cx="2524335" cy="1808540"/>
            <a:chOff x="0" y="0"/>
            <a:chExt cx="3365779" cy="2411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3340354" cy="2385949"/>
            </a:xfrm>
            <a:custGeom>
              <a:avLst/>
              <a:gdLst/>
              <a:ahLst/>
              <a:cxnLst/>
              <a:rect r="r" b="b" t="t" l="l"/>
              <a:pathLst>
                <a:path h="2385949" w="3340354">
                  <a:moveTo>
                    <a:pt x="0" y="0"/>
                  </a:moveTo>
                  <a:lnTo>
                    <a:pt x="3340354" y="0"/>
                  </a:lnTo>
                  <a:lnTo>
                    <a:pt x="3340354" y="2385949"/>
                  </a:lnTo>
                  <a:lnTo>
                    <a:pt x="0" y="238594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545385" y="3364935"/>
            <a:ext cx="4508106" cy="1808540"/>
            <a:chOff x="0" y="0"/>
            <a:chExt cx="6010808" cy="24113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5985383" cy="2385949"/>
            </a:xfrm>
            <a:custGeom>
              <a:avLst/>
              <a:gdLst/>
              <a:ahLst/>
              <a:cxnLst/>
              <a:rect r="r" b="b" t="t" l="l"/>
              <a:pathLst>
                <a:path h="2385949" w="5985383">
                  <a:moveTo>
                    <a:pt x="0" y="0"/>
                  </a:moveTo>
                  <a:lnTo>
                    <a:pt x="5985383" y="0"/>
                  </a:lnTo>
                  <a:lnTo>
                    <a:pt x="5985383" y="2385949"/>
                  </a:lnTo>
                  <a:lnTo>
                    <a:pt x="0" y="238594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720277" y="3345885"/>
            <a:ext cx="4863208" cy="1846640"/>
            <a:chOff x="0" y="0"/>
            <a:chExt cx="6484277" cy="24621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84239" cy="2462149"/>
            </a:xfrm>
            <a:custGeom>
              <a:avLst/>
              <a:gdLst/>
              <a:ahLst/>
              <a:cxnLst/>
              <a:rect r="r" b="b" t="t" l="l"/>
              <a:pathLst>
                <a:path h="2462149" w="6484239">
                  <a:moveTo>
                    <a:pt x="38100" y="0"/>
                  </a:moveTo>
                  <a:lnTo>
                    <a:pt x="6446139" y="0"/>
                  </a:lnTo>
                  <a:cubicBezTo>
                    <a:pt x="6467221" y="0"/>
                    <a:pt x="6484239" y="17018"/>
                    <a:pt x="6484239" y="38100"/>
                  </a:cubicBezTo>
                  <a:lnTo>
                    <a:pt x="6484239" y="2424049"/>
                  </a:lnTo>
                  <a:cubicBezTo>
                    <a:pt x="6484239" y="2445131"/>
                    <a:pt x="6467221" y="2462149"/>
                    <a:pt x="6446139" y="2462149"/>
                  </a:cubicBezTo>
                  <a:lnTo>
                    <a:pt x="38100" y="2462149"/>
                  </a:lnTo>
                  <a:cubicBezTo>
                    <a:pt x="17018" y="2462149"/>
                    <a:pt x="0" y="2445131"/>
                    <a:pt x="0" y="2424049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moveTo>
                    <a:pt x="38100" y="76200"/>
                  </a:moveTo>
                  <a:lnTo>
                    <a:pt x="38100" y="38100"/>
                  </a:lnTo>
                  <a:lnTo>
                    <a:pt x="76200" y="38100"/>
                  </a:lnTo>
                  <a:lnTo>
                    <a:pt x="76200" y="2424049"/>
                  </a:lnTo>
                  <a:lnTo>
                    <a:pt x="38100" y="2424049"/>
                  </a:lnTo>
                  <a:lnTo>
                    <a:pt x="38100" y="2385949"/>
                  </a:lnTo>
                  <a:lnTo>
                    <a:pt x="6446139" y="2385949"/>
                  </a:lnTo>
                  <a:lnTo>
                    <a:pt x="6446139" y="2424049"/>
                  </a:lnTo>
                  <a:lnTo>
                    <a:pt x="6408039" y="2424049"/>
                  </a:lnTo>
                  <a:lnTo>
                    <a:pt x="6408039" y="38100"/>
                  </a:lnTo>
                  <a:lnTo>
                    <a:pt x="6446139" y="38100"/>
                  </a:lnTo>
                  <a:lnTo>
                    <a:pt x="6446139" y="762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876487" y="2610555"/>
            <a:ext cx="677418" cy="677418"/>
            <a:chOff x="0" y="0"/>
            <a:chExt cx="903224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lnTo>
                    <a:pt x="451612" y="12700"/>
                  </a:lnTo>
                  <a:lnTo>
                    <a:pt x="451612" y="0"/>
                  </a:ln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lnTo>
                    <a:pt x="451612" y="890524"/>
                  </a:lnTo>
                  <a:lnTo>
                    <a:pt x="451612" y="903224"/>
                  </a:lnTo>
                  <a:cubicBezTo>
                    <a:pt x="202184" y="903224"/>
                    <a:pt x="0" y="701040"/>
                    <a:pt x="0" y="451612"/>
                  </a:cubicBezTo>
                  <a:lnTo>
                    <a:pt x="12700" y="451612"/>
                  </a:lnTo>
                  <a:lnTo>
                    <a:pt x="23495" y="458343"/>
                  </a:lnTo>
                  <a:cubicBezTo>
                    <a:pt x="20447" y="463169"/>
                    <a:pt x="14732" y="465328"/>
                    <a:pt x="9271" y="463804"/>
                  </a:cubicBezTo>
                  <a:cubicBezTo>
                    <a:pt x="3810" y="462280"/>
                    <a:pt x="0" y="457327"/>
                    <a:pt x="0" y="451612"/>
                  </a:cubicBezTo>
                  <a:moveTo>
                    <a:pt x="25400" y="451612"/>
                  </a:moveTo>
                  <a:lnTo>
                    <a:pt x="12700" y="451612"/>
                  </a:lnTo>
                  <a:lnTo>
                    <a:pt x="1905" y="444881"/>
                  </a:lnTo>
                  <a:cubicBezTo>
                    <a:pt x="4953" y="440055"/>
                    <a:pt x="10668" y="437896"/>
                    <a:pt x="16129" y="439420"/>
                  </a:cubicBezTo>
                  <a:cubicBezTo>
                    <a:pt x="21590" y="440944"/>
                    <a:pt x="25273" y="446024"/>
                    <a:pt x="25273" y="451612"/>
                  </a:cubicBezTo>
                  <a:cubicBezTo>
                    <a:pt x="25400" y="686943"/>
                    <a:pt x="216281" y="877824"/>
                    <a:pt x="451612" y="877824"/>
                  </a:cubicBezTo>
                  <a:cubicBezTo>
                    <a:pt x="686943" y="877824"/>
                    <a:pt x="877824" y="686943"/>
                    <a:pt x="877824" y="451612"/>
                  </a:cubicBezTo>
                  <a:lnTo>
                    <a:pt x="890524" y="451612"/>
                  </a:lnTo>
                  <a:lnTo>
                    <a:pt x="877824" y="451612"/>
                  </a:lnTo>
                  <a:cubicBezTo>
                    <a:pt x="877824" y="216281"/>
                    <a:pt x="686943" y="25400"/>
                    <a:pt x="451612" y="25400"/>
                  </a:cubicBezTo>
                  <a:lnTo>
                    <a:pt x="451612" y="12700"/>
                  </a:lnTo>
                  <a:lnTo>
                    <a:pt x="451612" y="25400"/>
                  </a:lnTo>
                  <a:cubicBezTo>
                    <a:pt x="216281" y="25400"/>
                    <a:pt x="25400" y="216281"/>
                    <a:pt x="25400" y="451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886012" y="2647512"/>
            <a:ext cx="658368" cy="630936"/>
            <a:chOff x="0" y="0"/>
            <a:chExt cx="877824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41248"/>
            </a:xfrm>
            <a:custGeom>
              <a:avLst/>
              <a:gdLst/>
              <a:ahLst/>
              <a:cxnLst/>
              <a:rect r="r" b="b" t="t" l="l"/>
              <a:pathLst>
                <a:path h="84124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94798" y="2610555"/>
            <a:ext cx="4133850" cy="2967990"/>
            <a:chOff x="0" y="0"/>
            <a:chExt cx="5511800" cy="3957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4864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486400">
                  <a:moveTo>
                    <a:pt x="0" y="655320"/>
                  </a:moveTo>
                  <a:cubicBezTo>
                    <a:pt x="0" y="293370"/>
                    <a:pt x="293878" y="0"/>
                    <a:pt x="656590" y="0"/>
                  </a:cubicBezTo>
                  <a:lnTo>
                    <a:pt x="4829810" y="0"/>
                  </a:lnTo>
                  <a:cubicBezTo>
                    <a:pt x="5192522" y="0"/>
                    <a:pt x="5486400" y="293370"/>
                    <a:pt x="5486400" y="655320"/>
                  </a:cubicBezTo>
                  <a:lnTo>
                    <a:pt x="5486400" y="3276600"/>
                  </a:lnTo>
                  <a:cubicBezTo>
                    <a:pt x="5486400" y="3638550"/>
                    <a:pt x="5192522" y="3931920"/>
                    <a:pt x="4829810" y="3931920"/>
                  </a:cubicBezTo>
                  <a:lnTo>
                    <a:pt x="656590" y="3931920"/>
                  </a:lnTo>
                  <a:cubicBezTo>
                    <a:pt x="293878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118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511800">
                  <a:moveTo>
                    <a:pt x="0" y="668020"/>
                  </a:moveTo>
                  <a:cubicBezTo>
                    <a:pt x="0" y="299085"/>
                    <a:pt x="299593" y="0"/>
                    <a:pt x="669290" y="0"/>
                  </a:cubicBezTo>
                  <a:lnTo>
                    <a:pt x="4842510" y="0"/>
                  </a:lnTo>
                  <a:lnTo>
                    <a:pt x="4842510" y="12700"/>
                  </a:lnTo>
                  <a:lnTo>
                    <a:pt x="4842510" y="0"/>
                  </a:lnTo>
                  <a:cubicBezTo>
                    <a:pt x="5212207" y="0"/>
                    <a:pt x="5511800" y="299085"/>
                    <a:pt x="5511800" y="668020"/>
                  </a:cubicBezTo>
                  <a:lnTo>
                    <a:pt x="5499100" y="668020"/>
                  </a:lnTo>
                  <a:lnTo>
                    <a:pt x="5511800" y="668020"/>
                  </a:lnTo>
                  <a:lnTo>
                    <a:pt x="5511800" y="3289300"/>
                  </a:lnTo>
                  <a:lnTo>
                    <a:pt x="5499100" y="3289300"/>
                  </a:lnTo>
                  <a:lnTo>
                    <a:pt x="5511800" y="3289300"/>
                  </a:lnTo>
                  <a:cubicBezTo>
                    <a:pt x="5511800" y="3658235"/>
                    <a:pt x="5212207" y="3957320"/>
                    <a:pt x="4842510" y="3957320"/>
                  </a:cubicBezTo>
                  <a:lnTo>
                    <a:pt x="4842510" y="3944620"/>
                  </a:lnTo>
                  <a:lnTo>
                    <a:pt x="4842510" y="3957320"/>
                  </a:lnTo>
                  <a:lnTo>
                    <a:pt x="669290" y="3957320"/>
                  </a:lnTo>
                  <a:lnTo>
                    <a:pt x="669290" y="3944620"/>
                  </a:lnTo>
                  <a:lnTo>
                    <a:pt x="669290" y="3957320"/>
                  </a:lnTo>
                  <a:cubicBezTo>
                    <a:pt x="299593" y="3957320"/>
                    <a:pt x="0" y="3658235"/>
                    <a:pt x="0" y="3289300"/>
                  </a:cubicBezTo>
                  <a:lnTo>
                    <a:pt x="0" y="668020"/>
                  </a:lnTo>
                  <a:lnTo>
                    <a:pt x="12700" y="668020"/>
                  </a:lnTo>
                  <a:lnTo>
                    <a:pt x="0" y="668020"/>
                  </a:lnTo>
                  <a:moveTo>
                    <a:pt x="25400" y="668020"/>
                  </a:moveTo>
                  <a:lnTo>
                    <a:pt x="25400" y="3289300"/>
                  </a:lnTo>
                  <a:lnTo>
                    <a:pt x="12700" y="3289300"/>
                  </a:lnTo>
                  <a:lnTo>
                    <a:pt x="25400" y="3289300"/>
                  </a:lnTo>
                  <a:cubicBezTo>
                    <a:pt x="25400" y="3644138"/>
                    <a:pt x="313690" y="3931920"/>
                    <a:pt x="669290" y="3931920"/>
                  </a:cubicBezTo>
                  <a:lnTo>
                    <a:pt x="4842510" y="3931920"/>
                  </a:lnTo>
                  <a:cubicBezTo>
                    <a:pt x="5198110" y="3931920"/>
                    <a:pt x="5486400" y="3644138"/>
                    <a:pt x="5486400" y="3289300"/>
                  </a:cubicBezTo>
                  <a:lnTo>
                    <a:pt x="5486400" y="668020"/>
                  </a:lnTo>
                  <a:cubicBezTo>
                    <a:pt x="5486400" y="313182"/>
                    <a:pt x="5198110" y="25400"/>
                    <a:pt x="4842510" y="25400"/>
                  </a:cubicBezTo>
                  <a:lnTo>
                    <a:pt x="669290" y="25400"/>
                  </a:lnTo>
                  <a:lnTo>
                    <a:pt x="669290" y="12700"/>
                  </a:lnTo>
                  <a:lnTo>
                    <a:pt x="669290" y="25400"/>
                  </a:lnTo>
                  <a:cubicBezTo>
                    <a:pt x="313690" y="25400"/>
                    <a:pt x="25400" y="313182"/>
                    <a:pt x="25400" y="668020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964554" y="2698185"/>
            <a:ext cx="3429000" cy="1176680"/>
            <a:chOff x="0" y="0"/>
            <a:chExt cx="4572000" cy="15689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1568907"/>
            </a:xfrm>
            <a:custGeom>
              <a:avLst/>
              <a:gdLst/>
              <a:ahLst/>
              <a:cxnLst/>
              <a:rect r="r" b="b" t="t" l="l"/>
              <a:pathLst>
                <a:path h="1568907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68907"/>
                  </a:lnTo>
                  <a:lnTo>
                    <a:pt x="0" y="15689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1607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293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 3: Detect Cup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64554" y="3592930"/>
            <a:ext cx="3429000" cy="1371600"/>
            <a:chOff x="0" y="0"/>
            <a:chExt cx="457200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IR sensor checks cup position (trigger).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64554" y="4903470"/>
            <a:ext cx="3429000" cy="480060"/>
            <a:chOff x="0" y="0"/>
            <a:chExt cx="4572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Telegraf"/>
                  <a:ea typeface="Telegraf"/>
                  <a:cs typeface="Telegraf"/>
                  <a:sym typeface="Telegraf"/>
                </a:rPr>
                <a:t>Next →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243577" y="0"/>
            <a:ext cx="11800399" cy="10287000"/>
          </a:xfrm>
          <a:custGeom>
            <a:avLst/>
            <a:gdLst/>
            <a:ahLst/>
            <a:cxnLst/>
            <a:rect r="r" b="b" t="t" l="l"/>
            <a:pathLst>
              <a:path h="10287000" w="11800399">
                <a:moveTo>
                  <a:pt x="0" y="0"/>
                </a:moveTo>
                <a:lnTo>
                  <a:pt x="11800399" y="0"/>
                </a:lnTo>
                <a:lnTo>
                  <a:pt x="11800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4052" y="-9525"/>
            <a:ext cx="11819449" cy="5694283"/>
            <a:chOff x="0" y="0"/>
            <a:chExt cx="15759265" cy="75923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15733903" cy="7567041"/>
            </a:xfrm>
            <a:custGeom>
              <a:avLst/>
              <a:gdLst/>
              <a:ahLst/>
              <a:cxnLst/>
              <a:rect r="r" b="b" t="t" l="l"/>
              <a:pathLst>
                <a:path h="7567041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7567041"/>
                  </a:lnTo>
                  <a:lnTo>
                    <a:pt x="0" y="7567041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234052" y="6595272"/>
            <a:ext cx="11819449" cy="3701253"/>
            <a:chOff x="0" y="0"/>
            <a:chExt cx="15759265" cy="49350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4462"/>
              <a:ext cx="15733903" cy="4906008"/>
            </a:xfrm>
            <a:custGeom>
              <a:avLst/>
              <a:gdLst/>
              <a:ahLst/>
              <a:cxnLst/>
              <a:rect r="r" b="b" t="t" l="l"/>
              <a:pathLst>
                <a:path h="4906008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4906008"/>
                  </a:lnTo>
                  <a:lnTo>
                    <a:pt x="0" y="490600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34052" y="5665708"/>
            <a:ext cx="2370944" cy="929564"/>
            <a:chOff x="0" y="0"/>
            <a:chExt cx="3161259" cy="12394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8435"/>
              <a:ext cx="3135884" cy="1222547"/>
            </a:xfrm>
            <a:custGeom>
              <a:avLst/>
              <a:gdLst/>
              <a:ahLst/>
              <a:cxnLst/>
              <a:rect r="r" b="b" t="t" l="l"/>
              <a:pathLst>
                <a:path h="1222547" w="3135884">
                  <a:moveTo>
                    <a:pt x="0" y="0"/>
                  </a:moveTo>
                  <a:lnTo>
                    <a:pt x="3135884" y="0"/>
                  </a:lnTo>
                  <a:lnTo>
                    <a:pt x="3135884" y="1222548"/>
                  </a:lnTo>
                  <a:lnTo>
                    <a:pt x="0" y="122254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852156" y="5665708"/>
            <a:ext cx="4201344" cy="929564"/>
            <a:chOff x="0" y="0"/>
            <a:chExt cx="5601792" cy="12394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8435"/>
              <a:ext cx="5576443" cy="1222547"/>
            </a:xfrm>
            <a:custGeom>
              <a:avLst/>
              <a:gdLst/>
              <a:ahLst/>
              <a:cxnLst/>
              <a:rect r="r" b="b" t="t" l="l"/>
              <a:pathLst>
                <a:path h="1222547" w="5576443">
                  <a:moveTo>
                    <a:pt x="0" y="0"/>
                  </a:moveTo>
                  <a:lnTo>
                    <a:pt x="5576443" y="0"/>
                  </a:lnTo>
                  <a:lnTo>
                    <a:pt x="5576443" y="1222548"/>
                  </a:lnTo>
                  <a:lnTo>
                    <a:pt x="0" y="122254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566896" y="5646658"/>
            <a:ext cx="5323361" cy="948614"/>
            <a:chOff x="0" y="0"/>
            <a:chExt cx="7097814" cy="1264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97776" cy="1264818"/>
            </a:xfrm>
            <a:custGeom>
              <a:avLst/>
              <a:gdLst/>
              <a:ahLst/>
              <a:cxnLst/>
              <a:rect r="r" b="b" t="t" l="l"/>
              <a:pathLst>
                <a:path h="1264818" w="7097776">
                  <a:moveTo>
                    <a:pt x="38100" y="0"/>
                  </a:moveTo>
                  <a:lnTo>
                    <a:pt x="7059676" y="0"/>
                  </a:lnTo>
                  <a:cubicBezTo>
                    <a:pt x="7080758" y="0"/>
                    <a:pt x="7097776" y="11229"/>
                    <a:pt x="7097776" y="25140"/>
                  </a:cubicBezTo>
                  <a:lnTo>
                    <a:pt x="7097776" y="1239678"/>
                  </a:lnTo>
                  <a:cubicBezTo>
                    <a:pt x="7097776" y="1253589"/>
                    <a:pt x="7080758" y="1264818"/>
                    <a:pt x="7059676" y="1264818"/>
                  </a:cubicBezTo>
                  <a:lnTo>
                    <a:pt x="38100" y="1264818"/>
                  </a:lnTo>
                  <a:cubicBezTo>
                    <a:pt x="17018" y="1264818"/>
                    <a:pt x="0" y="1253589"/>
                    <a:pt x="0" y="1239678"/>
                  </a:cubicBezTo>
                  <a:lnTo>
                    <a:pt x="0" y="25140"/>
                  </a:lnTo>
                  <a:cubicBezTo>
                    <a:pt x="0" y="11229"/>
                    <a:pt x="17018" y="0"/>
                    <a:pt x="38100" y="0"/>
                  </a:cubicBezTo>
                  <a:moveTo>
                    <a:pt x="38100" y="50281"/>
                  </a:moveTo>
                  <a:lnTo>
                    <a:pt x="38100" y="25140"/>
                  </a:lnTo>
                  <a:lnTo>
                    <a:pt x="76200" y="25140"/>
                  </a:lnTo>
                  <a:lnTo>
                    <a:pt x="76200" y="1239678"/>
                  </a:lnTo>
                  <a:lnTo>
                    <a:pt x="38100" y="1239678"/>
                  </a:lnTo>
                  <a:lnTo>
                    <a:pt x="38100" y="1214537"/>
                  </a:lnTo>
                  <a:lnTo>
                    <a:pt x="7059676" y="1214537"/>
                  </a:lnTo>
                  <a:lnTo>
                    <a:pt x="7059676" y="1239678"/>
                  </a:lnTo>
                  <a:lnTo>
                    <a:pt x="7021576" y="1239678"/>
                  </a:lnTo>
                  <a:lnTo>
                    <a:pt x="7021576" y="25140"/>
                  </a:lnTo>
                  <a:lnTo>
                    <a:pt x="7059676" y="25140"/>
                  </a:lnTo>
                  <a:lnTo>
                    <a:pt x="7059676" y="50281"/>
                  </a:lnTo>
                  <a:lnTo>
                    <a:pt x="38100" y="50281"/>
                  </a:ln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723106" y="4911328"/>
            <a:ext cx="677418" cy="677418"/>
            <a:chOff x="0" y="0"/>
            <a:chExt cx="903224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lnTo>
                    <a:pt x="451612" y="12700"/>
                  </a:lnTo>
                  <a:lnTo>
                    <a:pt x="451612" y="0"/>
                  </a:ln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lnTo>
                    <a:pt x="451612" y="890524"/>
                  </a:lnTo>
                  <a:lnTo>
                    <a:pt x="451612" y="903224"/>
                  </a:lnTo>
                  <a:cubicBezTo>
                    <a:pt x="202184" y="903224"/>
                    <a:pt x="0" y="701040"/>
                    <a:pt x="0" y="451612"/>
                  </a:cubicBezTo>
                  <a:lnTo>
                    <a:pt x="12700" y="451612"/>
                  </a:lnTo>
                  <a:lnTo>
                    <a:pt x="23495" y="458343"/>
                  </a:lnTo>
                  <a:cubicBezTo>
                    <a:pt x="20447" y="463169"/>
                    <a:pt x="14732" y="465328"/>
                    <a:pt x="9271" y="463804"/>
                  </a:cubicBezTo>
                  <a:cubicBezTo>
                    <a:pt x="3810" y="462280"/>
                    <a:pt x="0" y="457327"/>
                    <a:pt x="0" y="451612"/>
                  </a:cubicBezTo>
                  <a:moveTo>
                    <a:pt x="25400" y="451612"/>
                  </a:moveTo>
                  <a:lnTo>
                    <a:pt x="12700" y="451612"/>
                  </a:lnTo>
                  <a:lnTo>
                    <a:pt x="1905" y="444881"/>
                  </a:lnTo>
                  <a:cubicBezTo>
                    <a:pt x="4953" y="440055"/>
                    <a:pt x="10668" y="437896"/>
                    <a:pt x="16129" y="439420"/>
                  </a:cubicBezTo>
                  <a:cubicBezTo>
                    <a:pt x="21590" y="440944"/>
                    <a:pt x="25273" y="446024"/>
                    <a:pt x="25273" y="451612"/>
                  </a:cubicBezTo>
                  <a:cubicBezTo>
                    <a:pt x="25400" y="686943"/>
                    <a:pt x="216281" y="877824"/>
                    <a:pt x="451612" y="877824"/>
                  </a:cubicBezTo>
                  <a:cubicBezTo>
                    <a:pt x="686943" y="877824"/>
                    <a:pt x="877824" y="686943"/>
                    <a:pt x="877824" y="451612"/>
                  </a:cubicBezTo>
                  <a:lnTo>
                    <a:pt x="890524" y="451612"/>
                  </a:lnTo>
                  <a:lnTo>
                    <a:pt x="877824" y="451612"/>
                  </a:lnTo>
                  <a:cubicBezTo>
                    <a:pt x="877824" y="216281"/>
                    <a:pt x="686943" y="25400"/>
                    <a:pt x="451612" y="25400"/>
                  </a:cubicBezTo>
                  <a:lnTo>
                    <a:pt x="451612" y="12700"/>
                  </a:lnTo>
                  <a:lnTo>
                    <a:pt x="451612" y="25400"/>
                  </a:lnTo>
                  <a:cubicBezTo>
                    <a:pt x="216281" y="25400"/>
                    <a:pt x="25400" y="216281"/>
                    <a:pt x="25400" y="451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732631" y="4948285"/>
            <a:ext cx="658368" cy="630936"/>
            <a:chOff x="0" y="0"/>
            <a:chExt cx="877824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41248"/>
            </a:xfrm>
            <a:custGeom>
              <a:avLst/>
              <a:gdLst/>
              <a:ahLst/>
              <a:cxnLst/>
              <a:rect r="r" b="b" t="t" l="l"/>
              <a:pathLst>
                <a:path h="84124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14081" y="3779758"/>
            <a:ext cx="4133850" cy="2967990"/>
            <a:chOff x="0" y="0"/>
            <a:chExt cx="5511800" cy="3957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4864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486400">
                  <a:moveTo>
                    <a:pt x="0" y="655320"/>
                  </a:moveTo>
                  <a:cubicBezTo>
                    <a:pt x="0" y="293370"/>
                    <a:pt x="293878" y="0"/>
                    <a:pt x="656590" y="0"/>
                  </a:cubicBezTo>
                  <a:lnTo>
                    <a:pt x="4829810" y="0"/>
                  </a:lnTo>
                  <a:cubicBezTo>
                    <a:pt x="5192522" y="0"/>
                    <a:pt x="5486400" y="293370"/>
                    <a:pt x="5486400" y="655320"/>
                  </a:cubicBezTo>
                  <a:lnTo>
                    <a:pt x="5486400" y="3276600"/>
                  </a:lnTo>
                  <a:cubicBezTo>
                    <a:pt x="5486400" y="3638550"/>
                    <a:pt x="5192522" y="3931920"/>
                    <a:pt x="4829810" y="3931920"/>
                  </a:cubicBezTo>
                  <a:lnTo>
                    <a:pt x="656590" y="3931920"/>
                  </a:lnTo>
                  <a:cubicBezTo>
                    <a:pt x="293878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118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511800">
                  <a:moveTo>
                    <a:pt x="0" y="668020"/>
                  </a:moveTo>
                  <a:cubicBezTo>
                    <a:pt x="0" y="299085"/>
                    <a:pt x="299593" y="0"/>
                    <a:pt x="669290" y="0"/>
                  </a:cubicBezTo>
                  <a:lnTo>
                    <a:pt x="4842510" y="0"/>
                  </a:lnTo>
                  <a:lnTo>
                    <a:pt x="4842510" y="12700"/>
                  </a:lnTo>
                  <a:lnTo>
                    <a:pt x="4842510" y="0"/>
                  </a:lnTo>
                  <a:cubicBezTo>
                    <a:pt x="5212207" y="0"/>
                    <a:pt x="5511800" y="299085"/>
                    <a:pt x="5511800" y="668020"/>
                  </a:cubicBezTo>
                  <a:lnTo>
                    <a:pt x="5499100" y="668020"/>
                  </a:lnTo>
                  <a:lnTo>
                    <a:pt x="5511800" y="668020"/>
                  </a:lnTo>
                  <a:lnTo>
                    <a:pt x="5511800" y="3289300"/>
                  </a:lnTo>
                  <a:lnTo>
                    <a:pt x="5499100" y="3289300"/>
                  </a:lnTo>
                  <a:lnTo>
                    <a:pt x="5511800" y="3289300"/>
                  </a:lnTo>
                  <a:cubicBezTo>
                    <a:pt x="5511800" y="3658235"/>
                    <a:pt x="5212207" y="3957320"/>
                    <a:pt x="4842510" y="3957320"/>
                  </a:cubicBezTo>
                  <a:lnTo>
                    <a:pt x="4842510" y="3944620"/>
                  </a:lnTo>
                  <a:lnTo>
                    <a:pt x="4842510" y="3957320"/>
                  </a:lnTo>
                  <a:lnTo>
                    <a:pt x="669290" y="3957320"/>
                  </a:lnTo>
                  <a:lnTo>
                    <a:pt x="669290" y="3944620"/>
                  </a:lnTo>
                  <a:lnTo>
                    <a:pt x="669290" y="3957320"/>
                  </a:lnTo>
                  <a:cubicBezTo>
                    <a:pt x="299593" y="3957320"/>
                    <a:pt x="0" y="3658235"/>
                    <a:pt x="0" y="3289300"/>
                  </a:cubicBezTo>
                  <a:lnTo>
                    <a:pt x="0" y="668020"/>
                  </a:lnTo>
                  <a:lnTo>
                    <a:pt x="12700" y="668020"/>
                  </a:lnTo>
                  <a:lnTo>
                    <a:pt x="0" y="668020"/>
                  </a:lnTo>
                  <a:moveTo>
                    <a:pt x="25400" y="668020"/>
                  </a:moveTo>
                  <a:lnTo>
                    <a:pt x="25400" y="3289300"/>
                  </a:lnTo>
                  <a:lnTo>
                    <a:pt x="12700" y="3289300"/>
                  </a:lnTo>
                  <a:lnTo>
                    <a:pt x="25400" y="3289300"/>
                  </a:lnTo>
                  <a:cubicBezTo>
                    <a:pt x="25400" y="3644138"/>
                    <a:pt x="313690" y="3931920"/>
                    <a:pt x="669290" y="3931920"/>
                  </a:cubicBezTo>
                  <a:lnTo>
                    <a:pt x="4842510" y="3931920"/>
                  </a:lnTo>
                  <a:cubicBezTo>
                    <a:pt x="5198110" y="3931920"/>
                    <a:pt x="5486400" y="3644138"/>
                    <a:pt x="5486400" y="3289300"/>
                  </a:cubicBezTo>
                  <a:lnTo>
                    <a:pt x="5486400" y="668020"/>
                  </a:lnTo>
                  <a:cubicBezTo>
                    <a:pt x="5486400" y="313182"/>
                    <a:pt x="5198110" y="25400"/>
                    <a:pt x="4842510" y="25400"/>
                  </a:cubicBezTo>
                  <a:lnTo>
                    <a:pt x="669290" y="25400"/>
                  </a:lnTo>
                  <a:lnTo>
                    <a:pt x="669290" y="12700"/>
                  </a:lnTo>
                  <a:lnTo>
                    <a:pt x="669290" y="25400"/>
                  </a:lnTo>
                  <a:cubicBezTo>
                    <a:pt x="313690" y="25400"/>
                    <a:pt x="25400" y="313182"/>
                    <a:pt x="25400" y="668020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366506" y="3836670"/>
            <a:ext cx="3429000" cy="1176680"/>
            <a:chOff x="0" y="0"/>
            <a:chExt cx="4572000" cy="15689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1568907"/>
            </a:xfrm>
            <a:custGeom>
              <a:avLst/>
              <a:gdLst/>
              <a:ahLst/>
              <a:cxnLst/>
              <a:rect r="r" b="b" t="t" l="l"/>
              <a:pathLst>
                <a:path h="1568907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68907"/>
                  </a:lnTo>
                  <a:lnTo>
                    <a:pt x="0" y="15689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1607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293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 4: Dispense Tea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66506" y="4902946"/>
            <a:ext cx="3429000" cy="936938"/>
            <a:chOff x="0" y="0"/>
            <a:chExt cx="4572000" cy="12492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249251"/>
            </a:xfrm>
            <a:custGeom>
              <a:avLst/>
              <a:gdLst/>
              <a:ahLst/>
              <a:cxnLst/>
              <a:rect r="r" b="b" t="t" l="l"/>
              <a:pathLst>
                <a:path h="1249251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9251"/>
                  </a:lnTo>
                  <a:lnTo>
                    <a:pt x="0" y="1249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1277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Servo dispenses tea powder (≈60° motion).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38328" y="5977548"/>
            <a:ext cx="3429000" cy="480060"/>
            <a:chOff x="0" y="0"/>
            <a:chExt cx="4572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Telegraf"/>
                  <a:ea typeface="Telegraf"/>
                  <a:cs typeface="Telegraf"/>
                  <a:sym typeface="Telegraf"/>
                </a:rPr>
                <a:t>Next →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243577" y="0"/>
            <a:ext cx="11800399" cy="10287000"/>
          </a:xfrm>
          <a:custGeom>
            <a:avLst/>
            <a:gdLst/>
            <a:ahLst/>
            <a:cxnLst/>
            <a:rect r="r" b="b" t="t" l="l"/>
            <a:pathLst>
              <a:path h="10287000" w="11800399">
                <a:moveTo>
                  <a:pt x="0" y="0"/>
                </a:moveTo>
                <a:lnTo>
                  <a:pt x="11800399" y="0"/>
                </a:lnTo>
                <a:lnTo>
                  <a:pt x="11800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4052" y="-9525"/>
            <a:ext cx="11819449" cy="6500355"/>
            <a:chOff x="0" y="0"/>
            <a:chExt cx="15759265" cy="8667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1927"/>
              <a:ext cx="15733903" cy="8643262"/>
            </a:xfrm>
            <a:custGeom>
              <a:avLst/>
              <a:gdLst/>
              <a:ahLst/>
              <a:cxnLst/>
              <a:rect r="r" b="b" t="t" l="l"/>
              <a:pathLst>
                <a:path h="8643262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8643263"/>
                  </a:lnTo>
                  <a:lnTo>
                    <a:pt x="0" y="864326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234052" y="8273253"/>
            <a:ext cx="11819449" cy="2023272"/>
            <a:chOff x="0" y="0"/>
            <a:chExt cx="15759265" cy="26976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5733903" cy="2672334"/>
            </a:xfrm>
            <a:custGeom>
              <a:avLst/>
              <a:gdLst/>
              <a:ahLst/>
              <a:cxnLst/>
              <a:rect r="r" b="b" t="t" l="l"/>
              <a:pathLst>
                <a:path h="2672334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2672334"/>
                  </a:lnTo>
                  <a:lnTo>
                    <a:pt x="0" y="2672334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34052" y="6490830"/>
            <a:ext cx="2370944" cy="1801463"/>
            <a:chOff x="0" y="0"/>
            <a:chExt cx="3161259" cy="24019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6348"/>
              <a:ext cx="3135884" cy="2369256"/>
            </a:xfrm>
            <a:custGeom>
              <a:avLst/>
              <a:gdLst/>
              <a:ahLst/>
              <a:cxnLst/>
              <a:rect r="r" b="b" t="t" l="l"/>
              <a:pathLst>
                <a:path h="2369256" w="3135884">
                  <a:moveTo>
                    <a:pt x="0" y="0"/>
                  </a:moveTo>
                  <a:lnTo>
                    <a:pt x="3135884" y="0"/>
                  </a:lnTo>
                  <a:lnTo>
                    <a:pt x="3135884" y="2369255"/>
                  </a:lnTo>
                  <a:lnTo>
                    <a:pt x="0" y="2369255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852156" y="6477114"/>
            <a:ext cx="4201344" cy="1815179"/>
            <a:chOff x="0" y="0"/>
            <a:chExt cx="5601792" cy="24202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6472"/>
              <a:ext cx="5576443" cy="2387295"/>
            </a:xfrm>
            <a:custGeom>
              <a:avLst/>
              <a:gdLst/>
              <a:ahLst/>
              <a:cxnLst/>
              <a:rect r="r" b="b" t="t" l="l"/>
              <a:pathLst>
                <a:path h="2387295" w="5576443">
                  <a:moveTo>
                    <a:pt x="0" y="0"/>
                  </a:moveTo>
                  <a:lnTo>
                    <a:pt x="5576443" y="0"/>
                  </a:lnTo>
                  <a:lnTo>
                    <a:pt x="5576443" y="2387295"/>
                  </a:lnTo>
                  <a:lnTo>
                    <a:pt x="0" y="2387295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566896" y="6490830"/>
            <a:ext cx="5323361" cy="1820513"/>
            <a:chOff x="0" y="0"/>
            <a:chExt cx="7097814" cy="2427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97776" cy="2427351"/>
            </a:xfrm>
            <a:custGeom>
              <a:avLst/>
              <a:gdLst/>
              <a:ahLst/>
              <a:cxnLst/>
              <a:rect r="r" b="b" t="t" l="l"/>
              <a:pathLst>
                <a:path h="2427351" w="7097776">
                  <a:moveTo>
                    <a:pt x="38100" y="0"/>
                  </a:moveTo>
                  <a:lnTo>
                    <a:pt x="7059676" y="0"/>
                  </a:lnTo>
                  <a:cubicBezTo>
                    <a:pt x="7080758" y="0"/>
                    <a:pt x="7097776" y="21551"/>
                    <a:pt x="7097776" y="48248"/>
                  </a:cubicBezTo>
                  <a:lnTo>
                    <a:pt x="7097776" y="2379103"/>
                  </a:lnTo>
                  <a:cubicBezTo>
                    <a:pt x="7097776" y="2405800"/>
                    <a:pt x="7080758" y="2427351"/>
                    <a:pt x="7059676" y="2427351"/>
                  </a:cubicBezTo>
                  <a:lnTo>
                    <a:pt x="38100" y="2427351"/>
                  </a:lnTo>
                  <a:cubicBezTo>
                    <a:pt x="17018" y="2427351"/>
                    <a:pt x="0" y="2405800"/>
                    <a:pt x="0" y="2379103"/>
                  </a:cubicBezTo>
                  <a:lnTo>
                    <a:pt x="0" y="48248"/>
                  </a:lnTo>
                  <a:cubicBezTo>
                    <a:pt x="0" y="21551"/>
                    <a:pt x="17018" y="0"/>
                    <a:pt x="38100" y="0"/>
                  </a:cubicBezTo>
                  <a:moveTo>
                    <a:pt x="38100" y="96496"/>
                  </a:moveTo>
                  <a:lnTo>
                    <a:pt x="38100" y="48248"/>
                  </a:lnTo>
                  <a:lnTo>
                    <a:pt x="76200" y="48248"/>
                  </a:lnTo>
                  <a:lnTo>
                    <a:pt x="76200" y="2379103"/>
                  </a:lnTo>
                  <a:lnTo>
                    <a:pt x="38100" y="2379103"/>
                  </a:lnTo>
                  <a:lnTo>
                    <a:pt x="38100" y="2330855"/>
                  </a:lnTo>
                  <a:lnTo>
                    <a:pt x="7059676" y="2330855"/>
                  </a:lnTo>
                  <a:lnTo>
                    <a:pt x="7059676" y="2379103"/>
                  </a:lnTo>
                  <a:lnTo>
                    <a:pt x="7021576" y="2379103"/>
                  </a:lnTo>
                  <a:lnTo>
                    <a:pt x="7021576" y="48248"/>
                  </a:lnTo>
                  <a:lnTo>
                    <a:pt x="7059676" y="48248"/>
                  </a:lnTo>
                  <a:lnTo>
                    <a:pt x="7059676" y="96496"/>
                  </a:lnTo>
                  <a:lnTo>
                    <a:pt x="38100" y="96496"/>
                  </a:ln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723106" y="6138405"/>
            <a:ext cx="677418" cy="677418"/>
            <a:chOff x="0" y="0"/>
            <a:chExt cx="903224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lnTo>
                    <a:pt x="451612" y="12700"/>
                  </a:lnTo>
                  <a:lnTo>
                    <a:pt x="451612" y="0"/>
                  </a:ln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lnTo>
                    <a:pt x="451612" y="890524"/>
                  </a:lnTo>
                  <a:lnTo>
                    <a:pt x="451612" y="903224"/>
                  </a:lnTo>
                  <a:cubicBezTo>
                    <a:pt x="202184" y="903224"/>
                    <a:pt x="0" y="701040"/>
                    <a:pt x="0" y="451612"/>
                  </a:cubicBezTo>
                  <a:lnTo>
                    <a:pt x="12700" y="451612"/>
                  </a:lnTo>
                  <a:lnTo>
                    <a:pt x="23495" y="458343"/>
                  </a:lnTo>
                  <a:cubicBezTo>
                    <a:pt x="20447" y="463169"/>
                    <a:pt x="14732" y="465328"/>
                    <a:pt x="9271" y="463804"/>
                  </a:cubicBezTo>
                  <a:cubicBezTo>
                    <a:pt x="3810" y="462280"/>
                    <a:pt x="0" y="457327"/>
                    <a:pt x="0" y="451612"/>
                  </a:cubicBezTo>
                  <a:moveTo>
                    <a:pt x="25400" y="451612"/>
                  </a:moveTo>
                  <a:lnTo>
                    <a:pt x="12700" y="451612"/>
                  </a:lnTo>
                  <a:lnTo>
                    <a:pt x="1905" y="444881"/>
                  </a:lnTo>
                  <a:cubicBezTo>
                    <a:pt x="4953" y="440055"/>
                    <a:pt x="10668" y="437896"/>
                    <a:pt x="16129" y="439420"/>
                  </a:cubicBezTo>
                  <a:cubicBezTo>
                    <a:pt x="21590" y="440944"/>
                    <a:pt x="25273" y="446024"/>
                    <a:pt x="25273" y="451612"/>
                  </a:cubicBezTo>
                  <a:cubicBezTo>
                    <a:pt x="25400" y="686943"/>
                    <a:pt x="216281" y="877824"/>
                    <a:pt x="451612" y="877824"/>
                  </a:cubicBezTo>
                  <a:cubicBezTo>
                    <a:pt x="686943" y="877824"/>
                    <a:pt x="877824" y="686943"/>
                    <a:pt x="877824" y="451612"/>
                  </a:cubicBezTo>
                  <a:lnTo>
                    <a:pt x="890524" y="451612"/>
                  </a:lnTo>
                  <a:lnTo>
                    <a:pt x="877824" y="451612"/>
                  </a:lnTo>
                  <a:cubicBezTo>
                    <a:pt x="877824" y="216281"/>
                    <a:pt x="686943" y="25400"/>
                    <a:pt x="451612" y="25400"/>
                  </a:cubicBezTo>
                  <a:lnTo>
                    <a:pt x="451612" y="12700"/>
                  </a:lnTo>
                  <a:lnTo>
                    <a:pt x="451612" y="25400"/>
                  </a:lnTo>
                  <a:cubicBezTo>
                    <a:pt x="216281" y="25400"/>
                    <a:pt x="25400" y="216281"/>
                    <a:pt x="25400" y="451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732631" y="6175362"/>
            <a:ext cx="658368" cy="630936"/>
            <a:chOff x="0" y="0"/>
            <a:chExt cx="877824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41248"/>
            </a:xfrm>
            <a:custGeom>
              <a:avLst/>
              <a:gdLst/>
              <a:ahLst/>
              <a:cxnLst/>
              <a:rect r="r" b="b" t="t" l="l"/>
              <a:pathLst>
                <a:path h="84124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23134" y="5343354"/>
            <a:ext cx="4133850" cy="2967990"/>
            <a:chOff x="0" y="0"/>
            <a:chExt cx="5511800" cy="3957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4864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486400">
                  <a:moveTo>
                    <a:pt x="0" y="655320"/>
                  </a:moveTo>
                  <a:cubicBezTo>
                    <a:pt x="0" y="293370"/>
                    <a:pt x="293878" y="0"/>
                    <a:pt x="656590" y="0"/>
                  </a:cubicBezTo>
                  <a:lnTo>
                    <a:pt x="4829810" y="0"/>
                  </a:lnTo>
                  <a:cubicBezTo>
                    <a:pt x="5192522" y="0"/>
                    <a:pt x="5486400" y="293370"/>
                    <a:pt x="5486400" y="655320"/>
                  </a:cubicBezTo>
                  <a:lnTo>
                    <a:pt x="5486400" y="3276600"/>
                  </a:lnTo>
                  <a:cubicBezTo>
                    <a:pt x="5486400" y="3638550"/>
                    <a:pt x="5192522" y="3931920"/>
                    <a:pt x="4829810" y="3931920"/>
                  </a:cubicBezTo>
                  <a:lnTo>
                    <a:pt x="656590" y="3931920"/>
                  </a:lnTo>
                  <a:cubicBezTo>
                    <a:pt x="293878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118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511800">
                  <a:moveTo>
                    <a:pt x="0" y="668020"/>
                  </a:moveTo>
                  <a:cubicBezTo>
                    <a:pt x="0" y="299085"/>
                    <a:pt x="299593" y="0"/>
                    <a:pt x="669290" y="0"/>
                  </a:cubicBezTo>
                  <a:lnTo>
                    <a:pt x="4842510" y="0"/>
                  </a:lnTo>
                  <a:lnTo>
                    <a:pt x="4842510" y="12700"/>
                  </a:lnTo>
                  <a:lnTo>
                    <a:pt x="4842510" y="0"/>
                  </a:lnTo>
                  <a:cubicBezTo>
                    <a:pt x="5212207" y="0"/>
                    <a:pt x="5511800" y="299085"/>
                    <a:pt x="5511800" y="668020"/>
                  </a:cubicBezTo>
                  <a:lnTo>
                    <a:pt x="5499100" y="668020"/>
                  </a:lnTo>
                  <a:lnTo>
                    <a:pt x="5511800" y="668020"/>
                  </a:lnTo>
                  <a:lnTo>
                    <a:pt x="5511800" y="3289300"/>
                  </a:lnTo>
                  <a:lnTo>
                    <a:pt x="5499100" y="3289300"/>
                  </a:lnTo>
                  <a:lnTo>
                    <a:pt x="5511800" y="3289300"/>
                  </a:lnTo>
                  <a:cubicBezTo>
                    <a:pt x="5511800" y="3658235"/>
                    <a:pt x="5212207" y="3957320"/>
                    <a:pt x="4842510" y="3957320"/>
                  </a:cubicBezTo>
                  <a:lnTo>
                    <a:pt x="4842510" y="3944620"/>
                  </a:lnTo>
                  <a:lnTo>
                    <a:pt x="4842510" y="3957320"/>
                  </a:lnTo>
                  <a:lnTo>
                    <a:pt x="669290" y="3957320"/>
                  </a:lnTo>
                  <a:lnTo>
                    <a:pt x="669290" y="3944620"/>
                  </a:lnTo>
                  <a:lnTo>
                    <a:pt x="669290" y="3957320"/>
                  </a:lnTo>
                  <a:cubicBezTo>
                    <a:pt x="299593" y="3957320"/>
                    <a:pt x="0" y="3658235"/>
                    <a:pt x="0" y="3289300"/>
                  </a:cubicBezTo>
                  <a:lnTo>
                    <a:pt x="0" y="668020"/>
                  </a:lnTo>
                  <a:lnTo>
                    <a:pt x="12700" y="668020"/>
                  </a:lnTo>
                  <a:lnTo>
                    <a:pt x="0" y="668020"/>
                  </a:lnTo>
                  <a:moveTo>
                    <a:pt x="25400" y="668020"/>
                  </a:moveTo>
                  <a:lnTo>
                    <a:pt x="25400" y="3289300"/>
                  </a:lnTo>
                  <a:lnTo>
                    <a:pt x="12700" y="3289300"/>
                  </a:lnTo>
                  <a:lnTo>
                    <a:pt x="25400" y="3289300"/>
                  </a:lnTo>
                  <a:cubicBezTo>
                    <a:pt x="25400" y="3644138"/>
                    <a:pt x="313690" y="3931920"/>
                    <a:pt x="669290" y="3931920"/>
                  </a:cubicBezTo>
                  <a:lnTo>
                    <a:pt x="4842510" y="3931920"/>
                  </a:lnTo>
                  <a:cubicBezTo>
                    <a:pt x="5198110" y="3931920"/>
                    <a:pt x="5486400" y="3644138"/>
                    <a:pt x="5486400" y="3289300"/>
                  </a:cubicBezTo>
                  <a:lnTo>
                    <a:pt x="5486400" y="668020"/>
                  </a:lnTo>
                  <a:cubicBezTo>
                    <a:pt x="5486400" y="313182"/>
                    <a:pt x="5198110" y="25400"/>
                    <a:pt x="4842510" y="25400"/>
                  </a:cubicBezTo>
                  <a:lnTo>
                    <a:pt x="669290" y="25400"/>
                  </a:lnTo>
                  <a:lnTo>
                    <a:pt x="669290" y="12700"/>
                  </a:lnTo>
                  <a:lnTo>
                    <a:pt x="669290" y="25400"/>
                  </a:lnTo>
                  <a:cubicBezTo>
                    <a:pt x="313690" y="25400"/>
                    <a:pt x="25400" y="313182"/>
                    <a:pt x="25400" y="668020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475559" y="5394443"/>
            <a:ext cx="3429000" cy="1187687"/>
            <a:chOff x="0" y="0"/>
            <a:chExt cx="4572000" cy="15835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1583582"/>
            </a:xfrm>
            <a:custGeom>
              <a:avLst/>
              <a:gdLst/>
              <a:ahLst/>
              <a:cxnLst/>
              <a:rect r="r" b="b" t="t" l="l"/>
              <a:pathLst>
                <a:path h="158358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83582"/>
                  </a:lnTo>
                  <a:lnTo>
                    <a:pt x="0" y="1583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1621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293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 5: Pump Water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475559" y="6477114"/>
            <a:ext cx="3429000" cy="923973"/>
            <a:chOff x="0" y="0"/>
            <a:chExt cx="4572000" cy="12319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231963"/>
            </a:xfrm>
            <a:custGeom>
              <a:avLst/>
              <a:gdLst/>
              <a:ahLst/>
              <a:cxnLst/>
              <a:rect r="r" b="b" t="t" l="l"/>
              <a:pathLst>
                <a:path h="1231963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31963"/>
                  </a:lnTo>
                  <a:lnTo>
                    <a:pt x="0" y="1231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1260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Relay activates pump (≈0.5s).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75559" y="7597140"/>
            <a:ext cx="3429000" cy="480060"/>
            <a:chOff x="0" y="0"/>
            <a:chExt cx="4572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Telegraf"/>
                  <a:ea typeface="Telegraf"/>
                  <a:cs typeface="Telegraf"/>
                  <a:sym typeface="Telegraf"/>
                </a:rPr>
                <a:t>Next →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/mnt/data/ppt.PNG"/>
          <p:cNvSpPr/>
          <p:nvPr/>
        </p:nvSpPr>
        <p:spPr>
          <a:xfrm flipH="false" flipV="false" rot="0">
            <a:off x="3243577" y="0"/>
            <a:ext cx="11800399" cy="10287000"/>
          </a:xfrm>
          <a:custGeom>
            <a:avLst/>
            <a:gdLst/>
            <a:ahLst/>
            <a:cxnLst/>
            <a:rect r="r" b="b" t="t" l="l"/>
            <a:pathLst>
              <a:path h="10287000" w="11800399">
                <a:moveTo>
                  <a:pt x="0" y="0"/>
                </a:moveTo>
                <a:lnTo>
                  <a:pt x="11800399" y="0"/>
                </a:lnTo>
                <a:lnTo>
                  <a:pt x="11800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4052" y="-9525"/>
            <a:ext cx="11819449" cy="8250698"/>
            <a:chOff x="0" y="0"/>
            <a:chExt cx="15759265" cy="11000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15733903" cy="10975467"/>
            </a:xfrm>
            <a:custGeom>
              <a:avLst/>
              <a:gdLst/>
              <a:ahLst/>
              <a:cxnLst/>
              <a:rect r="r" b="b" t="t" l="l"/>
              <a:pathLst>
                <a:path h="10975467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10975467"/>
                  </a:lnTo>
                  <a:lnTo>
                    <a:pt x="0" y="10975467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234052" y="10164994"/>
            <a:ext cx="11819449" cy="131531"/>
            <a:chOff x="0" y="0"/>
            <a:chExt cx="15759265" cy="175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5733903" cy="149987"/>
            </a:xfrm>
            <a:custGeom>
              <a:avLst/>
              <a:gdLst/>
              <a:ahLst/>
              <a:cxnLst/>
              <a:rect r="r" b="b" t="t" l="l"/>
              <a:pathLst>
                <a:path h="149987" w="15733903">
                  <a:moveTo>
                    <a:pt x="0" y="0"/>
                  </a:moveTo>
                  <a:lnTo>
                    <a:pt x="15733903" y="0"/>
                  </a:lnTo>
                  <a:lnTo>
                    <a:pt x="15733903" y="149987"/>
                  </a:lnTo>
                  <a:lnTo>
                    <a:pt x="0" y="149987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34052" y="8222123"/>
            <a:ext cx="1910791" cy="1961921"/>
            <a:chOff x="0" y="0"/>
            <a:chExt cx="2547722" cy="261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522347" cy="2590546"/>
            </a:xfrm>
            <a:custGeom>
              <a:avLst/>
              <a:gdLst/>
              <a:ahLst/>
              <a:cxnLst/>
              <a:rect r="r" b="b" t="t" l="l"/>
              <a:pathLst>
                <a:path h="2590546" w="2522347">
                  <a:moveTo>
                    <a:pt x="0" y="0"/>
                  </a:moveTo>
                  <a:lnTo>
                    <a:pt x="2522347" y="0"/>
                  </a:lnTo>
                  <a:lnTo>
                    <a:pt x="2522347" y="2590546"/>
                  </a:lnTo>
                  <a:lnTo>
                    <a:pt x="0" y="2590546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54407" y="8222123"/>
            <a:ext cx="4099084" cy="1961921"/>
            <a:chOff x="0" y="0"/>
            <a:chExt cx="5465445" cy="2615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5440045" cy="2590546"/>
            </a:xfrm>
            <a:custGeom>
              <a:avLst/>
              <a:gdLst/>
              <a:ahLst/>
              <a:cxnLst/>
              <a:rect r="r" b="b" t="t" l="l"/>
              <a:pathLst>
                <a:path h="2590546" w="5440045">
                  <a:moveTo>
                    <a:pt x="0" y="0"/>
                  </a:moveTo>
                  <a:lnTo>
                    <a:pt x="5440045" y="0"/>
                  </a:lnTo>
                  <a:lnTo>
                    <a:pt x="5440045" y="2590546"/>
                  </a:lnTo>
                  <a:lnTo>
                    <a:pt x="0" y="2590546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106743" y="8203073"/>
            <a:ext cx="5885774" cy="2000021"/>
            <a:chOff x="0" y="0"/>
            <a:chExt cx="7847698" cy="26666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47711" cy="2666746"/>
            </a:xfrm>
            <a:custGeom>
              <a:avLst/>
              <a:gdLst/>
              <a:ahLst/>
              <a:cxnLst/>
              <a:rect r="r" b="b" t="t" l="l"/>
              <a:pathLst>
                <a:path h="2666746" w="7847711">
                  <a:moveTo>
                    <a:pt x="38100" y="0"/>
                  </a:moveTo>
                  <a:lnTo>
                    <a:pt x="7809611" y="0"/>
                  </a:lnTo>
                  <a:cubicBezTo>
                    <a:pt x="7830693" y="0"/>
                    <a:pt x="7847711" y="17018"/>
                    <a:pt x="7847711" y="38100"/>
                  </a:cubicBezTo>
                  <a:lnTo>
                    <a:pt x="7847711" y="2628646"/>
                  </a:lnTo>
                  <a:cubicBezTo>
                    <a:pt x="7847711" y="2649728"/>
                    <a:pt x="7830693" y="2666746"/>
                    <a:pt x="7809611" y="2666746"/>
                  </a:cubicBezTo>
                  <a:lnTo>
                    <a:pt x="38100" y="2666746"/>
                  </a:lnTo>
                  <a:cubicBezTo>
                    <a:pt x="17018" y="2666746"/>
                    <a:pt x="0" y="2649728"/>
                    <a:pt x="0" y="2628646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moveTo>
                    <a:pt x="38100" y="76200"/>
                  </a:moveTo>
                  <a:lnTo>
                    <a:pt x="38100" y="38100"/>
                  </a:lnTo>
                  <a:lnTo>
                    <a:pt x="76200" y="38100"/>
                  </a:lnTo>
                  <a:lnTo>
                    <a:pt x="76200" y="2628646"/>
                  </a:lnTo>
                  <a:lnTo>
                    <a:pt x="38100" y="2628646"/>
                  </a:lnTo>
                  <a:lnTo>
                    <a:pt x="38100" y="2590546"/>
                  </a:lnTo>
                  <a:lnTo>
                    <a:pt x="7809611" y="2590546"/>
                  </a:lnTo>
                  <a:lnTo>
                    <a:pt x="7809611" y="2628646"/>
                  </a:lnTo>
                  <a:lnTo>
                    <a:pt x="7771511" y="2628646"/>
                  </a:lnTo>
                  <a:lnTo>
                    <a:pt x="7771511" y="38100"/>
                  </a:lnTo>
                  <a:lnTo>
                    <a:pt x="7809611" y="38100"/>
                  </a:lnTo>
                  <a:lnTo>
                    <a:pt x="7809611" y="762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262953" y="7467743"/>
            <a:ext cx="677418" cy="677418"/>
            <a:chOff x="0" y="0"/>
            <a:chExt cx="903224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8A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lnTo>
                    <a:pt x="451612" y="12700"/>
                  </a:lnTo>
                  <a:lnTo>
                    <a:pt x="451612" y="0"/>
                  </a:ln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lnTo>
                    <a:pt x="451612" y="890524"/>
                  </a:lnTo>
                  <a:lnTo>
                    <a:pt x="451612" y="903224"/>
                  </a:lnTo>
                  <a:cubicBezTo>
                    <a:pt x="202184" y="903224"/>
                    <a:pt x="0" y="701040"/>
                    <a:pt x="0" y="451612"/>
                  </a:cubicBezTo>
                  <a:lnTo>
                    <a:pt x="12700" y="451612"/>
                  </a:lnTo>
                  <a:lnTo>
                    <a:pt x="23495" y="458343"/>
                  </a:lnTo>
                  <a:cubicBezTo>
                    <a:pt x="20447" y="463169"/>
                    <a:pt x="14732" y="465328"/>
                    <a:pt x="9271" y="463804"/>
                  </a:cubicBezTo>
                  <a:cubicBezTo>
                    <a:pt x="3810" y="462280"/>
                    <a:pt x="0" y="457327"/>
                    <a:pt x="0" y="451612"/>
                  </a:cubicBezTo>
                  <a:moveTo>
                    <a:pt x="25400" y="451612"/>
                  </a:moveTo>
                  <a:lnTo>
                    <a:pt x="12700" y="451612"/>
                  </a:lnTo>
                  <a:lnTo>
                    <a:pt x="1905" y="444881"/>
                  </a:lnTo>
                  <a:cubicBezTo>
                    <a:pt x="4953" y="440055"/>
                    <a:pt x="10668" y="437896"/>
                    <a:pt x="16129" y="439420"/>
                  </a:cubicBezTo>
                  <a:cubicBezTo>
                    <a:pt x="21590" y="440944"/>
                    <a:pt x="25273" y="446024"/>
                    <a:pt x="25273" y="451612"/>
                  </a:cubicBezTo>
                  <a:cubicBezTo>
                    <a:pt x="25400" y="686943"/>
                    <a:pt x="216281" y="877824"/>
                    <a:pt x="451612" y="877824"/>
                  </a:cubicBezTo>
                  <a:cubicBezTo>
                    <a:pt x="686943" y="877824"/>
                    <a:pt x="877824" y="686943"/>
                    <a:pt x="877824" y="451612"/>
                  </a:cubicBezTo>
                  <a:lnTo>
                    <a:pt x="890524" y="451612"/>
                  </a:lnTo>
                  <a:lnTo>
                    <a:pt x="877824" y="451612"/>
                  </a:lnTo>
                  <a:cubicBezTo>
                    <a:pt x="877824" y="216281"/>
                    <a:pt x="686943" y="25400"/>
                    <a:pt x="451612" y="25400"/>
                  </a:cubicBezTo>
                  <a:lnTo>
                    <a:pt x="451612" y="12700"/>
                  </a:lnTo>
                  <a:lnTo>
                    <a:pt x="451612" y="25400"/>
                  </a:lnTo>
                  <a:cubicBezTo>
                    <a:pt x="216281" y="25400"/>
                    <a:pt x="25400" y="216281"/>
                    <a:pt x="25400" y="451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272478" y="7504700"/>
            <a:ext cx="658368" cy="630936"/>
            <a:chOff x="0" y="0"/>
            <a:chExt cx="877824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41248"/>
            </a:xfrm>
            <a:custGeom>
              <a:avLst/>
              <a:gdLst/>
              <a:ahLst/>
              <a:cxnLst/>
              <a:rect r="r" b="b" t="t" l="l"/>
              <a:pathLst>
                <a:path h="84124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79027" y="3703320"/>
            <a:ext cx="4133850" cy="2967990"/>
            <a:chOff x="0" y="0"/>
            <a:chExt cx="5511800" cy="3957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4864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5486400">
                  <a:moveTo>
                    <a:pt x="0" y="655320"/>
                  </a:moveTo>
                  <a:cubicBezTo>
                    <a:pt x="0" y="293370"/>
                    <a:pt x="293878" y="0"/>
                    <a:pt x="656590" y="0"/>
                  </a:cubicBezTo>
                  <a:lnTo>
                    <a:pt x="4829810" y="0"/>
                  </a:lnTo>
                  <a:cubicBezTo>
                    <a:pt x="5192522" y="0"/>
                    <a:pt x="5486400" y="293370"/>
                    <a:pt x="5486400" y="655320"/>
                  </a:cubicBezTo>
                  <a:lnTo>
                    <a:pt x="5486400" y="3276600"/>
                  </a:lnTo>
                  <a:cubicBezTo>
                    <a:pt x="5486400" y="3638550"/>
                    <a:pt x="5192522" y="3931920"/>
                    <a:pt x="4829810" y="3931920"/>
                  </a:cubicBezTo>
                  <a:lnTo>
                    <a:pt x="656590" y="3931920"/>
                  </a:lnTo>
                  <a:cubicBezTo>
                    <a:pt x="293878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118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511800">
                  <a:moveTo>
                    <a:pt x="0" y="668020"/>
                  </a:moveTo>
                  <a:cubicBezTo>
                    <a:pt x="0" y="299085"/>
                    <a:pt x="299593" y="0"/>
                    <a:pt x="669290" y="0"/>
                  </a:cubicBezTo>
                  <a:lnTo>
                    <a:pt x="4842510" y="0"/>
                  </a:lnTo>
                  <a:lnTo>
                    <a:pt x="4842510" y="12700"/>
                  </a:lnTo>
                  <a:lnTo>
                    <a:pt x="4842510" y="0"/>
                  </a:lnTo>
                  <a:cubicBezTo>
                    <a:pt x="5212207" y="0"/>
                    <a:pt x="5511800" y="299085"/>
                    <a:pt x="5511800" y="668020"/>
                  </a:cubicBezTo>
                  <a:lnTo>
                    <a:pt x="5499100" y="668020"/>
                  </a:lnTo>
                  <a:lnTo>
                    <a:pt x="5511800" y="668020"/>
                  </a:lnTo>
                  <a:lnTo>
                    <a:pt x="5511800" y="3289300"/>
                  </a:lnTo>
                  <a:lnTo>
                    <a:pt x="5499100" y="3289300"/>
                  </a:lnTo>
                  <a:lnTo>
                    <a:pt x="5511800" y="3289300"/>
                  </a:lnTo>
                  <a:cubicBezTo>
                    <a:pt x="5511800" y="3658235"/>
                    <a:pt x="5212207" y="3957320"/>
                    <a:pt x="4842510" y="3957320"/>
                  </a:cubicBezTo>
                  <a:lnTo>
                    <a:pt x="4842510" y="3944620"/>
                  </a:lnTo>
                  <a:lnTo>
                    <a:pt x="4842510" y="3957320"/>
                  </a:lnTo>
                  <a:lnTo>
                    <a:pt x="669290" y="3957320"/>
                  </a:lnTo>
                  <a:lnTo>
                    <a:pt x="669290" y="3944620"/>
                  </a:lnTo>
                  <a:lnTo>
                    <a:pt x="669290" y="3957320"/>
                  </a:lnTo>
                  <a:cubicBezTo>
                    <a:pt x="299593" y="3957320"/>
                    <a:pt x="0" y="3658235"/>
                    <a:pt x="0" y="3289300"/>
                  </a:cubicBezTo>
                  <a:lnTo>
                    <a:pt x="0" y="668020"/>
                  </a:lnTo>
                  <a:lnTo>
                    <a:pt x="12700" y="668020"/>
                  </a:lnTo>
                  <a:lnTo>
                    <a:pt x="0" y="668020"/>
                  </a:lnTo>
                  <a:moveTo>
                    <a:pt x="25400" y="668020"/>
                  </a:moveTo>
                  <a:lnTo>
                    <a:pt x="25400" y="3289300"/>
                  </a:lnTo>
                  <a:lnTo>
                    <a:pt x="12700" y="3289300"/>
                  </a:lnTo>
                  <a:lnTo>
                    <a:pt x="25400" y="3289300"/>
                  </a:lnTo>
                  <a:cubicBezTo>
                    <a:pt x="25400" y="3644138"/>
                    <a:pt x="313690" y="3931920"/>
                    <a:pt x="669290" y="3931920"/>
                  </a:cubicBezTo>
                  <a:lnTo>
                    <a:pt x="4842510" y="3931920"/>
                  </a:lnTo>
                  <a:cubicBezTo>
                    <a:pt x="5198110" y="3931920"/>
                    <a:pt x="5486400" y="3644138"/>
                    <a:pt x="5486400" y="3289300"/>
                  </a:cubicBezTo>
                  <a:lnTo>
                    <a:pt x="5486400" y="668020"/>
                  </a:lnTo>
                  <a:cubicBezTo>
                    <a:pt x="5486400" y="313182"/>
                    <a:pt x="5198110" y="25400"/>
                    <a:pt x="4842510" y="25400"/>
                  </a:cubicBezTo>
                  <a:lnTo>
                    <a:pt x="669290" y="25400"/>
                  </a:lnTo>
                  <a:lnTo>
                    <a:pt x="669290" y="12700"/>
                  </a:lnTo>
                  <a:lnTo>
                    <a:pt x="669290" y="25400"/>
                  </a:lnTo>
                  <a:cubicBezTo>
                    <a:pt x="313690" y="25400"/>
                    <a:pt x="25400" y="313182"/>
                    <a:pt x="25400" y="668020"/>
                  </a:cubicBez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131452" y="3703320"/>
            <a:ext cx="3429000" cy="1176680"/>
            <a:chOff x="0" y="0"/>
            <a:chExt cx="4572000" cy="15689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1568907"/>
            </a:xfrm>
            <a:custGeom>
              <a:avLst/>
              <a:gdLst/>
              <a:ahLst/>
              <a:cxnLst/>
              <a:rect r="r" b="b" t="t" l="l"/>
              <a:pathLst>
                <a:path h="1568907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68907"/>
                  </a:lnTo>
                  <a:lnTo>
                    <a:pt x="0" y="15689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1607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F293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Step 6: Advance &amp; Wait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31452" y="4720912"/>
            <a:ext cx="3429000" cy="1099936"/>
            <a:chOff x="0" y="0"/>
            <a:chExt cx="4572000" cy="14665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466582"/>
            </a:xfrm>
            <a:custGeom>
              <a:avLst/>
              <a:gdLst/>
              <a:ahLst/>
              <a:cxnLst/>
              <a:rect r="r" b="b" t="t" l="l"/>
              <a:pathLst>
                <a:path h="146658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6582"/>
                  </a:lnTo>
                  <a:lnTo>
                    <a:pt x="0" y="146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572000" cy="1495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74151"/>
                  </a:solidFill>
                  <a:latin typeface="Telegraf"/>
                  <a:ea typeface="Telegraf"/>
                  <a:cs typeface="Telegraf"/>
                  <a:sym typeface="Telegraf"/>
                </a:rPr>
                <a:t>Motor pulse (≈0.65s) then 5s delay.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131452" y="5820848"/>
            <a:ext cx="3429000" cy="480060"/>
            <a:chOff x="0" y="0"/>
            <a:chExt cx="45720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Telegraf"/>
                  <a:ea typeface="Telegraf"/>
                  <a:cs typeface="Telegraf"/>
                  <a:sym typeface="Telegraf"/>
                </a:rPr>
                <a:t>Next →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329" y="1028700"/>
            <a:ext cx="9872491" cy="0"/>
          </a:xfrm>
          <a:prstGeom prst="line">
            <a:avLst/>
          </a:prstGeom>
          <a:ln cap="flat" w="19050">
            <a:solidFill>
              <a:srgbClr val="9252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84654" y="1638969"/>
            <a:ext cx="14318691" cy="8320159"/>
          </a:xfrm>
          <a:custGeom>
            <a:avLst/>
            <a:gdLst/>
            <a:ahLst/>
            <a:cxnLst/>
            <a:rect r="r" b="b" t="t" l="l"/>
            <a:pathLst>
              <a:path h="8320159" w="14318691">
                <a:moveTo>
                  <a:pt x="0" y="0"/>
                </a:moveTo>
                <a:lnTo>
                  <a:pt x="14318692" y="0"/>
                </a:lnTo>
                <a:lnTo>
                  <a:pt x="14318692" y="8320158"/>
                </a:lnTo>
                <a:lnTo>
                  <a:pt x="0" y="8320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57" r="-317" b="-733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3520" y="142875"/>
            <a:ext cx="1153352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7500" spc="-495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&amp; Solutions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669375" y="1712525"/>
            <a:ext cx="6700549" cy="0"/>
          </a:xfrm>
          <a:prstGeom prst="line">
            <a:avLst/>
          </a:prstGeom>
          <a:ln cap="flat" w="19050">
            <a:solidFill>
              <a:srgbClr val="9252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820951" y="984297"/>
            <a:ext cx="4919325" cy="154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4"/>
              </a:lnSpc>
            </a:pPr>
            <a:r>
              <a:rPr lang="en-US" sz="6227" b="true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  <a:p>
            <a:pPr algn="l">
              <a:lnSpc>
                <a:spcPts val="560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189926" y="3735887"/>
            <a:ext cx="12919087" cy="363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2"/>
              </a:lnSpc>
            </a:pPr>
            <a:r>
              <a:rPr lang="en-US" sz="3200">
                <a:solidFill>
                  <a:srgbClr val="6B7280"/>
                </a:solidFill>
                <a:latin typeface="Telegraf"/>
                <a:ea typeface="Telegraf"/>
                <a:cs typeface="Telegraf"/>
                <a:sym typeface="Telegraf"/>
              </a:rPr>
              <a:t>We have successfully designed and implemented a</a:t>
            </a:r>
            <a:r>
              <a:rPr lang="en-US" b="true" sz="3200">
                <a:solidFill>
                  <a:srgbClr val="92522A"/>
                </a:solidFill>
                <a:latin typeface="Telegraf Bold"/>
                <a:ea typeface="Telegraf Bold"/>
                <a:cs typeface="Telegraf Bold"/>
                <a:sym typeface="Telegraf Bold"/>
              </a:rPr>
              <a:t> Smart Tea Maker Machine</a:t>
            </a:r>
            <a:r>
              <a:rPr lang="en-US" sz="3200">
                <a:solidFill>
                  <a:srgbClr val="6B7280"/>
                </a:solidFill>
                <a:latin typeface="Telegraf"/>
                <a:ea typeface="Telegraf"/>
                <a:cs typeface="Telegraf"/>
                <a:sym typeface="Telegraf"/>
              </a:rPr>
              <a:t> that automates the entire brewing process. By integrating </a:t>
            </a:r>
            <a:r>
              <a:rPr lang="en-US" b="true" sz="3200">
                <a:solidFill>
                  <a:srgbClr val="374151"/>
                </a:solidFill>
                <a:latin typeface="Telegraf Bold"/>
                <a:ea typeface="Telegraf Bold"/>
                <a:cs typeface="Telegraf Bold"/>
                <a:sym typeface="Telegraf Bold"/>
              </a:rPr>
              <a:t>ESP32, sensors, and actuators,</a:t>
            </a:r>
            <a:r>
              <a:rPr lang="en-US" sz="3200">
                <a:solidFill>
                  <a:srgbClr val="6B7280"/>
                </a:solidFill>
                <a:latin typeface="Telegraf"/>
                <a:ea typeface="Telegraf"/>
                <a:cs typeface="Telegraf"/>
                <a:sym typeface="Telegraf"/>
              </a:rPr>
              <a:t> we demonstrated a practical IoT solution that enhances efficiency and user convenience.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28451" y="4364253"/>
            <a:ext cx="11631099" cy="179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4"/>
              </a:lnSpc>
            </a:pPr>
            <a:r>
              <a:rPr lang="en-US" sz="13405" spc="-817">
                <a:solidFill>
                  <a:srgbClr val="92522A"/>
                </a:solidFill>
                <a:latin typeface="Telegraf"/>
                <a:ea typeface="Telegraf"/>
                <a:cs typeface="Telegraf"/>
                <a:sym typeface="Telegraf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DAG9Q1CXYuM</dc:identifier>
  <dcterms:modified xsi:type="dcterms:W3CDTF">2011-08-01T06:04:30Z</dcterms:modified>
  <cp:revision>1</cp:revision>
  <dc:title>Smart Tea Maker Machine</dc:title>
</cp:coreProperties>
</file>